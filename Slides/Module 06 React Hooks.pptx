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404" r:id="rId2"/>
    <p:sldId id="431" r:id="rId3"/>
    <p:sldId id="538" r:id="rId4"/>
    <p:sldId id="427" r:id="rId5"/>
    <p:sldId id="407" r:id="rId6"/>
    <p:sldId id="439" r:id="rId7"/>
    <p:sldId id="408" r:id="rId8"/>
    <p:sldId id="440" r:id="rId9"/>
    <p:sldId id="410" r:id="rId10"/>
    <p:sldId id="550" r:id="rId11"/>
    <p:sldId id="551" r:id="rId12"/>
    <p:sldId id="435" r:id="rId13"/>
    <p:sldId id="549" r:id="rId14"/>
    <p:sldId id="414" r:id="rId15"/>
    <p:sldId id="416" r:id="rId16"/>
    <p:sldId id="438" r:id="rId17"/>
    <p:sldId id="418" r:id="rId18"/>
    <p:sldId id="436" r:id="rId19"/>
    <p:sldId id="437" r:id="rId20"/>
    <p:sldId id="542" r:id="rId21"/>
    <p:sldId id="543" r:id="rId22"/>
    <p:sldId id="539" r:id="rId23"/>
    <p:sldId id="421" r:id="rId24"/>
    <p:sldId id="442" r:id="rId25"/>
    <p:sldId id="424" r:id="rId26"/>
    <p:sldId id="443" r:id="rId27"/>
    <p:sldId id="444" r:id="rId28"/>
    <p:sldId id="445" r:id="rId29"/>
    <p:sldId id="449" r:id="rId30"/>
    <p:sldId id="447" r:id="rId31"/>
    <p:sldId id="276" r:id="rId32"/>
    <p:sldId id="277" r:id="rId33"/>
    <p:sldId id="544" r:id="rId34"/>
    <p:sldId id="545" r:id="rId35"/>
    <p:sldId id="546" r:id="rId36"/>
    <p:sldId id="547" r:id="rId37"/>
    <p:sldId id="548" r:id="rId38"/>
    <p:sldId id="540" r:id="rId39"/>
    <p:sldId id="288" r:id="rId40"/>
    <p:sldId id="537" r:id="rId41"/>
    <p:sldId id="552" r:id="rId42"/>
    <p:sldId id="553" r:id="rId43"/>
    <p:sldId id="541" r:id="rId44"/>
    <p:sldId id="450" r:id="rId45"/>
    <p:sldId id="425" r:id="rId46"/>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F6A37B-697C-4290-A1B5-0CB4BB45D11B}" v="57" dt="2024-09-29T12:59:33.2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08" autoAdjust="0"/>
    <p:restoredTop sz="92579" autoAdjust="0"/>
  </p:normalViewPr>
  <p:slideViewPr>
    <p:cSldViewPr snapToGrid="0">
      <p:cViewPr varScale="1">
        <p:scale>
          <a:sx n="69" d="100"/>
          <a:sy n="69" d="100"/>
        </p:scale>
        <p:origin x="576" y="40"/>
      </p:cViewPr>
      <p:guideLst/>
    </p:cSldViewPr>
  </p:slideViewPr>
  <p:notesTextViewPr>
    <p:cViewPr>
      <p:scale>
        <a:sx n="150" d="100"/>
        <a:sy n="150" d="100"/>
      </p:scale>
      <p:origin x="0" y="0"/>
    </p:cViewPr>
  </p:notesTextViewPr>
  <p:sorterViewPr>
    <p:cViewPr varScale="1">
      <p:scale>
        <a:sx n="100" d="100"/>
        <a:sy n="100" d="100"/>
      </p:scale>
      <p:origin x="0" y="-1109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4E8951AA-E15D-42A6-A3F0-2BF2BA009931}"/>
    <pc:docChg chg="undo custSel addSld delSld modSld modSection">
      <pc:chgData name="Mitchell Wand" userId="de9b44c55c049659" providerId="LiveId" clId="{4E8951AA-E15D-42A6-A3F0-2BF2BA009931}" dt="2023-09-26T02:22:34.289" v="3622" actId="20577"/>
      <pc:docMkLst>
        <pc:docMk/>
      </pc:docMkLst>
      <pc:sldChg chg="addSp delSp modSp del mod modNotesTx">
        <pc:chgData name="Mitchell Wand" userId="de9b44c55c049659" providerId="LiveId" clId="{4E8951AA-E15D-42A6-A3F0-2BF2BA009931}" dt="2023-09-26T02:01:39.416" v="2301" actId="2696"/>
        <pc:sldMkLst>
          <pc:docMk/>
          <pc:sldMk cId="1781994050" sldId="406"/>
        </pc:sldMkLst>
        <pc:spChg chg="mod">
          <ac:chgData name="Mitchell Wand" userId="de9b44c55c049659" providerId="LiveId" clId="{4E8951AA-E15D-42A6-A3F0-2BF2BA009931}" dt="2023-09-26T01:20:12.043" v="33" actId="20577"/>
          <ac:spMkLst>
            <pc:docMk/>
            <pc:sldMk cId="1781994050" sldId="406"/>
            <ac:spMk id="5" creationId="{5C2E1ABB-109B-58EC-C176-0B5CEAA50C8D}"/>
          </ac:spMkLst>
        </pc:spChg>
        <pc:spChg chg="add del mod">
          <ac:chgData name="Mitchell Wand" userId="de9b44c55c049659" providerId="LiveId" clId="{4E8951AA-E15D-42A6-A3F0-2BF2BA009931}" dt="2023-09-26T01:20:28.756" v="44" actId="478"/>
          <ac:spMkLst>
            <pc:docMk/>
            <pc:sldMk cId="1781994050" sldId="406"/>
            <ac:spMk id="7" creationId="{E0832318-E044-A38E-967C-26F6BB777335}"/>
          </ac:spMkLst>
        </pc:spChg>
        <pc:spChg chg="add mod">
          <ac:chgData name="Mitchell Wand" userId="de9b44c55c049659" providerId="LiveId" clId="{4E8951AA-E15D-42A6-A3F0-2BF2BA009931}" dt="2023-09-26T01:21:33.261" v="83" actId="207"/>
          <ac:spMkLst>
            <pc:docMk/>
            <pc:sldMk cId="1781994050" sldId="406"/>
            <ac:spMk id="8" creationId="{26C3FA75-64CA-C959-0B28-81AD3FB51474}"/>
          </ac:spMkLst>
        </pc:spChg>
        <pc:spChg chg="add mod">
          <ac:chgData name="Mitchell Wand" userId="de9b44c55c049659" providerId="LiveId" clId="{4E8951AA-E15D-42A6-A3F0-2BF2BA009931}" dt="2023-09-26T01:32:10.063" v="804" actId="14100"/>
          <ac:spMkLst>
            <pc:docMk/>
            <pc:sldMk cId="1781994050" sldId="406"/>
            <ac:spMk id="9" creationId="{311E723F-5709-3B3B-ABAE-5401E8EF42BA}"/>
          </ac:spMkLst>
        </pc:spChg>
      </pc:sldChg>
      <pc:sldChg chg="modNotesTx">
        <pc:chgData name="Mitchell Wand" userId="de9b44c55c049659" providerId="LiveId" clId="{4E8951AA-E15D-42A6-A3F0-2BF2BA009931}" dt="2023-09-26T02:15:17.457" v="3348" actId="20577"/>
        <pc:sldMkLst>
          <pc:docMk/>
          <pc:sldMk cId="1143622218" sldId="408"/>
        </pc:sldMkLst>
      </pc:sldChg>
      <pc:sldChg chg="del">
        <pc:chgData name="Mitchell Wand" userId="de9b44c55c049659" providerId="LiveId" clId="{4E8951AA-E15D-42A6-A3F0-2BF2BA009931}" dt="2023-09-26T02:19:03.785" v="3469" actId="47"/>
        <pc:sldMkLst>
          <pc:docMk/>
          <pc:sldMk cId="4001364585" sldId="411"/>
        </pc:sldMkLst>
      </pc:sldChg>
      <pc:sldChg chg="modNotesTx">
        <pc:chgData name="Mitchell Wand" userId="de9b44c55c049659" providerId="LiveId" clId="{4E8951AA-E15D-42A6-A3F0-2BF2BA009931}" dt="2023-09-26T02:19:54.512" v="3529" actId="20577"/>
        <pc:sldMkLst>
          <pc:docMk/>
          <pc:sldMk cId="1613929314" sldId="414"/>
        </pc:sldMkLst>
      </pc:sldChg>
      <pc:sldChg chg="modSp mod">
        <pc:chgData name="Mitchell Wand" userId="de9b44c55c049659" providerId="LiveId" clId="{4E8951AA-E15D-42A6-A3F0-2BF2BA009931}" dt="2023-09-26T02:22:34.289" v="3622" actId="20577"/>
        <pc:sldMkLst>
          <pc:docMk/>
          <pc:sldMk cId="3935049033" sldId="418"/>
        </pc:sldMkLst>
        <pc:spChg chg="mod">
          <ac:chgData name="Mitchell Wand" userId="de9b44c55c049659" providerId="LiveId" clId="{4E8951AA-E15D-42A6-A3F0-2BF2BA009931}" dt="2023-09-26T02:22:34.289" v="3622" actId="20577"/>
          <ac:spMkLst>
            <pc:docMk/>
            <pc:sldMk cId="3935049033" sldId="418"/>
            <ac:spMk id="4" creationId="{44AC5415-9220-67BD-54EF-9DF869878B9D}"/>
          </ac:spMkLst>
        </pc:spChg>
      </pc:sldChg>
      <pc:sldChg chg="addSp delSp modSp new del mod modClrScheme chgLayout">
        <pc:chgData name="Mitchell Wand" userId="de9b44c55c049659" providerId="LiveId" clId="{4E8951AA-E15D-42A6-A3F0-2BF2BA009931}" dt="2023-09-26T01:19:11.817" v="25" actId="2696"/>
        <pc:sldMkLst>
          <pc:docMk/>
          <pc:sldMk cId="2408242345" sldId="426"/>
        </pc:sldMkLst>
        <pc:spChg chg="del mod">
          <ac:chgData name="Mitchell Wand" userId="de9b44c55c049659" providerId="LiveId" clId="{4E8951AA-E15D-42A6-A3F0-2BF2BA009931}" dt="2023-09-26T01:13:16.088" v="19" actId="700"/>
          <ac:spMkLst>
            <pc:docMk/>
            <pc:sldMk cId="2408242345" sldId="426"/>
            <ac:spMk id="2" creationId="{F803D38A-5DAC-9B5B-7F83-DF2E26F7DDF4}"/>
          </ac:spMkLst>
        </pc:spChg>
        <pc:spChg chg="del">
          <ac:chgData name="Mitchell Wand" userId="de9b44c55c049659" providerId="LiveId" clId="{4E8951AA-E15D-42A6-A3F0-2BF2BA009931}" dt="2023-09-26T01:13:16.088" v="19" actId="700"/>
          <ac:spMkLst>
            <pc:docMk/>
            <pc:sldMk cId="2408242345" sldId="426"/>
            <ac:spMk id="3" creationId="{CAF8BDBD-8246-60E8-D3E8-12F94AFA5B85}"/>
          </ac:spMkLst>
        </pc:spChg>
        <pc:spChg chg="mod ord">
          <ac:chgData name="Mitchell Wand" userId="de9b44c55c049659" providerId="LiveId" clId="{4E8951AA-E15D-42A6-A3F0-2BF2BA009931}" dt="2023-09-26T01:13:22.621" v="21" actId="700"/>
          <ac:spMkLst>
            <pc:docMk/>
            <pc:sldMk cId="2408242345" sldId="426"/>
            <ac:spMk id="4" creationId="{FEA55E2B-866D-0145-E0AC-CE628E222A97}"/>
          </ac:spMkLst>
        </pc:spChg>
        <pc:spChg chg="add del mod ord">
          <ac:chgData name="Mitchell Wand" userId="de9b44c55c049659" providerId="LiveId" clId="{4E8951AA-E15D-42A6-A3F0-2BF2BA009931}" dt="2023-09-26T01:13:20.207" v="20" actId="700"/>
          <ac:spMkLst>
            <pc:docMk/>
            <pc:sldMk cId="2408242345" sldId="426"/>
            <ac:spMk id="5" creationId="{79173A97-3651-8BCC-C1DF-742FAF49480D}"/>
          </ac:spMkLst>
        </pc:spChg>
        <pc:spChg chg="add del mod ord">
          <ac:chgData name="Mitchell Wand" userId="de9b44c55c049659" providerId="LiveId" clId="{4E8951AA-E15D-42A6-A3F0-2BF2BA009931}" dt="2023-09-26T01:13:20.207" v="20" actId="700"/>
          <ac:spMkLst>
            <pc:docMk/>
            <pc:sldMk cId="2408242345" sldId="426"/>
            <ac:spMk id="6" creationId="{3647312A-CF72-3C22-C024-D8002B87CB45}"/>
          </ac:spMkLst>
        </pc:spChg>
        <pc:spChg chg="add del mod ord">
          <ac:chgData name="Mitchell Wand" userId="de9b44c55c049659" providerId="LiveId" clId="{4E8951AA-E15D-42A6-A3F0-2BF2BA009931}" dt="2023-09-26T01:13:22.621" v="21" actId="700"/>
          <ac:spMkLst>
            <pc:docMk/>
            <pc:sldMk cId="2408242345" sldId="426"/>
            <ac:spMk id="7" creationId="{F3434204-8406-A1F0-8DAC-DC3C15C94CF8}"/>
          </ac:spMkLst>
        </pc:spChg>
        <pc:spChg chg="add mod ord">
          <ac:chgData name="Mitchell Wand" userId="de9b44c55c049659" providerId="LiveId" clId="{4E8951AA-E15D-42A6-A3F0-2BF2BA009931}" dt="2023-09-26T01:13:22.621" v="21" actId="700"/>
          <ac:spMkLst>
            <pc:docMk/>
            <pc:sldMk cId="2408242345" sldId="426"/>
            <ac:spMk id="8" creationId="{B7D81C55-9944-DC9E-8E92-AC75A2304C5F}"/>
          </ac:spMkLst>
        </pc:spChg>
        <pc:spChg chg="add mod ord">
          <ac:chgData name="Mitchell Wand" userId="de9b44c55c049659" providerId="LiveId" clId="{4E8951AA-E15D-42A6-A3F0-2BF2BA009931}" dt="2023-09-26T01:13:22.621" v="21" actId="700"/>
          <ac:spMkLst>
            <pc:docMk/>
            <pc:sldMk cId="2408242345" sldId="426"/>
            <ac:spMk id="9" creationId="{AEDDCE4E-CC0E-C740-99D7-9D8159F1EC6C}"/>
          </ac:spMkLst>
        </pc:spChg>
      </pc:sldChg>
      <pc:sldChg chg="addSp delSp modSp new del mod modNotesTx">
        <pc:chgData name="Mitchell Wand" userId="de9b44c55c049659" providerId="LiveId" clId="{4E8951AA-E15D-42A6-A3F0-2BF2BA009931}" dt="2023-09-26T02:01:53.357" v="2302" actId="2696"/>
        <pc:sldMkLst>
          <pc:docMk/>
          <pc:sldMk cId="3995498457" sldId="426"/>
        </pc:sldMkLst>
        <pc:spChg chg="mod">
          <ac:chgData name="Mitchell Wand" userId="de9b44c55c049659" providerId="LiveId" clId="{4E8951AA-E15D-42A6-A3F0-2BF2BA009931}" dt="2023-09-26T01:22:18.174" v="131" actId="20577"/>
          <ac:spMkLst>
            <pc:docMk/>
            <pc:sldMk cId="3995498457" sldId="426"/>
            <ac:spMk id="2" creationId="{C92EF69B-3A83-F71F-FB53-3C3BE2841FB9}"/>
          </ac:spMkLst>
        </pc:spChg>
        <pc:spChg chg="del">
          <ac:chgData name="Mitchell Wand" userId="de9b44c55c049659" providerId="LiveId" clId="{4E8951AA-E15D-42A6-A3F0-2BF2BA009931}" dt="2023-09-26T01:22:31.441" v="132" actId="478"/>
          <ac:spMkLst>
            <pc:docMk/>
            <pc:sldMk cId="3995498457" sldId="426"/>
            <ac:spMk id="3" creationId="{6028535E-11D9-8DE4-9321-3E537B3A6943}"/>
          </ac:spMkLst>
        </pc:spChg>
        <pc:spChg chg="add mod">
          <ac:chgData name="Mitchell Wand" userId="de9b44c55c049659" providerId="LiveId" clId="{4E8951AA-E15D-42A6-A3F0-2BF2BA009931}" dt="2023-09-26T01:23:57.874" v="139" actId="14100"/>
          <ac:spMkLst>
            <pc:docMk/>
            <pc:sldMk cId="3995498457" sldId="426"/>
            <ac:spMk id="6" creationId="{765C85EE-DD79-4C25-7B07-329C227A1210}"/>
          </ac:spMkLst>
        </pc:spChg>
        <pc:spChg chg="add mod">
          <ac:chgData name="Mitchell Wand" userId="de9b44c55c049659" providerId="LiveId" clId="{4E8951AA-E15D-42A6-A3F0-2BF2BA009931}" dt="2023-09-26T01:27:50.704" v="417" actId="692"/>
          <ac:spMkLst>
            <pc:docMk/>
            <pc:sldMk cId="3995498457" sldId="426"/>
            <ac:spMk id="7" creationId="{930C8202-984B-C643-8F75-1FB5FBC59594}"/>
          </ac:spMkLst>
        </pc:spChg>
        <pc:spChg chg="add mod">
          <ac:chgData name="Mitchell Wand" userId="de9b44c55c049659" providerId="LiveId" clId="{4E8951AA-E15D-42A6-A3F0-2BF2BA009931}" dt="2023-09-26T01:28:10.457" v="418" actId="692"/>
          <ac:spMkLst>
            <pc:docMk/>
            <pc:sldMk cId="3995498457" sldId="426"/>
            <ac:spMk id="8" creationId="{0FA698F4-A979-09F2-1E4F-685895D8CA2A}"/>
          </ac:spMkLst>
        </pc:spChg>
      </pc:sldChg>
      <pc:sldChg chg="addSp delSp modSp add mod modAnim modNotesTx">
        <pc:chgData name="Mitchell Wand" userId="de9b44c55c049659" providerId="LiveId" clId="{4E8951AA-E15D-42A6-A3F0-2BF2BA009931}" dt="2023-09-26T02:03:19.265" v="2527" actId="20577"/>
        <pc:sldMkLst>
          <pc:docMk/>
          <pc:sldMk cId="3414127211" sldId="427"/>
        </pc:sldMkLst>
        <pc:spChg chg="mod">
          <ac:chgData name="Mitchell Wand" userId="de9b44c55c049659" providerId="LiveId" clId="{4E8951AA-E15D-42A6-A3F0-2BF2BA009931}" dt="2023-09-26T01:43:38.043" v="944" actId="20577"/>
          <ac:spMkLst>
            <pc:docMk/>
            <pc:sldMk cId="3414127211" sldId="427"/>
            <ac:spMk id="3" creationId="{2DDB6885-DAB4-D298-0AF0-0C1AEC48EB9E}"/>
          </ac:spMkLst>
        </pc:spChg>
        <pc:spChg chg="del mod">
          <ac:chgData name="Mitchell Wand" userId="de9b44c55c049659" providerId="LiveId" clId="{4E8951AA-E15D-42A6-A3F0-2BF2BA009931}" dt="2023-09-26T01:41:15.480" v="908" actId="478"/>
          <ac:spMkLst>
            <pc:docMk/>
            <pc:sldMk cId="3414127211" sldId="427"/>
            <ac:spMk id="5" creationId="{5C2E1ABB-109B-58EC-C176-0B5CEAA50C8D}"/>
          </ac:spMkLst>
        </pc:spChg>
        <pc:spChg chg="mod">
          <ac:chgData name="Mitchell Wand" userId="de9b44c55c049659" providerId="LiveId" clId="{4E8951AA-E15D-42A6-A3F0-2BF2BA009931}" dt="2023-09-26T01:44:01.799" v="947" actId="1076"/>
          <ac:spMkLst>
            <pc:docMk/>
            <pc:sldMk cId="3414127211" sldId="427"/>
            <ac:spMk id="8" creationId="{26C3FA75-64CA-C959-0B28-81AD3FB51474}"/>
          </ac:spMkLst>
        </pc:spChg>
        <pc:spChg chg="mod">
          <ac:chgData name="Mitchell Wand" userId="de9b44c55c049659" providerId="LiveId" clId="{4E8951AA-E15D-42A6-A3F0-2BF2BA009931}" dt="2023-09-26T01:47:30.108" v="1064" actId="20577"/>
          <ac:spMkLst>
            <pc:docMk/>
            <pc:sldMk cId="3414127211" sldId="427"/>
            <ac:spMk id="9" creationId="{311E723F-5709-3B3B-ABAE-5401E8EF42BA}"/>
          </ac:spMkLst>
        </pc:spChg>
        <pc:spChg chg="add del">
          <ac:chgData name="Mitchell Wand" userId="de9b44c55c049659" providerId="LiveId" clId="{4E8951AA-E15D-42A6-A3F0-2BF2BA009931}" dt="2023-09-26T01:41:37.240" v="910" actId="22"/>
          <ac:spMkLst>
            <pc:docMk/>
            <pc:sldMk cId="3414127211" sldId="427"/>
            <ac:spMk id="10" creationId="{9D29328E-AAF5-A317-6D16-B7159067FF21}"/>
          </ac:spMkLst>
        </pc:spChg>
        <pc:spChg chg="add mod ord">
          <ac:chgData name="Mitchell Wand" userId="de9b44c55c049659" providerId="LiveId" clId="{4E8951AA-E15D-42A6-A3F0-2BF2BA009931}" dt="2023-09-26T01:47:12.934" v="1021" actId="167"/>
          <ac:spMkLst>
            <pc:docMk/>
            <pc:sldMk cId="3414127211" sldId="427"/>
            <ac:spMk id="12" creationId="{CB8AB8A6-3946-36F5-47EA-C69393119EAE}"/>
          </ac:spMkLst>
        </pc:spChg>
        <pc:spChg chg="add del">
          <ac:chgData name="Mitchell Wand" userId="de9b44c55c049659" providerId="LiveId" clId="{4E8951AA-E15D-42A6-A3F0-2BF2BA009931}" dt="2023-09-26T01:44:53.957" v="952" actId="21"/>
          <ac:spMkLst>
            <pc:docMk/>
            <pc:sldMk cId="3414127211" sldId="427"/>
            <ac:spMk id="13" creationId="{0F928E21-FC17-A61C-8B45-603FDF5B8404}"/>
          </ac:spMkLst>
        </pc:spChg>
        <pc:spChg chg="add del mod">
          <ac:chgData name="Mitchell Wand" userId="de9b44c55c049659" providerId="LiveId" clId="{4E8951AA-E15D-42A6-A3F0-2BF2BA009931}" dt="2023-09-26T01:46:44.758" v="1017" actId="478"/>
          <ac:spMkLst>
            <pc:docMk/>
            <pc:sldMk cId="3414127211" sldId="427"/>
            <ac:spMk id="14" creationId="{61E52374-A467-B6AE-2017-48EDC7BB687E}"/>
          </ac:spMkLst>
        </pc:spChg>
        <pc:spChg chg="add mod ord">
          <ac:chgData name="Mitchell Wand" userId="de9b44c55c049659" providerId="LiveId" clId="{4E8951AA-E15D-42A6-A3F0-2BF2BA009931}" dt="2023-09-26T01:53:06.135" v="1354" actId="164"/>
          <ac:spMkLst>
            <pc:docMk/>
            <pc:sldMk cId="3414127211" sldId="427"/>
            <ac:spMk id="15" creationId="{B0B99846-94B1-FB3E-25E9-00C8357F84CE}"/>
          </ac:spMkLst>
        </pc:spChg>
        <pc:grpChg chg="add mod">
          <ac:chgData name="Mitchell Wand" userId="de9b44c55c049659" providerId="LiveId" clId="{4E8951AA-E15D-42A6-A3F0-2BF2BA009931}" dt="2023-09-26T01:53:06.135" v="1354" actId="164"/>
          <ac:grpSpMkLst>
            <pc:docMk/>
            <pc:sldMk cId="3414127211" sldId="427"/>
            <ac:grpSpMk id="21" creationId="{6DF6F86B-92DB-2A6F-C86C-D9D8E5D4BF9A}"/>
          </ac:grpSpMkLst>
        </pc:grpChg>
        <pc:cxnChg chg="add mod">
          <ac:chgData name="Mitchell Wand" userId="de9b44c55c049659" providerId="LiveId" clId="{4E8951AA-E15D-42A6-A3F0-2BF2BA009931}" dt="2023-09-26T01:53:06.135" v="1354" actId="164"/>
          <ac:cxnSpMkLst>
            <pc:docMk/>
            <pc:sldMk cId="3414127211" sldId="427"/>
            <ac:cxnSpMk id="17" creationId="{FC0317B6-86FE-BD0A-7F68-B2D5D5675C48}"/>
          </ac:cxnSpMkLst>
        </pc:cxnChg>
      </pc:sldChg>
      <pc:sldChg chg="new del">
        <pc:chgData name="Mitchell Wand" userId="de9b44c55c049659" providerId="LiveId" clId="{4E8951AA-E15D-42A6-A3F0-2BF2BA009931}" dt="2023-09-26T01:19:20.265" v="26" actId="47"/>
        <pc:sldMkLst>
          <pc:docMk/>
          <pc:sldMk cId="3727347283" sldId="427"/>
        </pc:sldMkLst>
      </pc:sldChg>
      <pc:sldChg chg="new del">
        <pc:chgData name="Mitchell Wand" userId="de9b44c55c049659" providerId="LiveId" clId="{4E8951AA-E15D-42A6-A3F0-2BF2BA009931}" dt="2023-09-26T01:19:21.145" v="27" actId="47"/>
        <pc:sldMkLst>
          <pc:docMk/>
          <pc:sldMk cId="3547485222" sldId="428"/>
        </pc:sldMkLst>
      </pc:sldChg>
      <pc:sldChg chg="addSp delSp modSp new mod modAnim modNotesTx">
        <pc:chgData name="Mitchell Wand" userId="de9b44c55c049659" providerId="LiveId" clId="{4E8951AA-E15D-42A6-A3F0-2BF2BA009931}" dt="2023-09-26T02:14:39.806" v="3304" actId="20577"/>
        <pc:sldMkLst>
          <pc:docMk/>
          <pc:sldMk cId="4009855822" sldId="428"/>
        </pc:sldMkLst>
        <pc:spChg chg="mod">
          <ac:chgData name="Mitchell Wand" userId="de9b44c55c049659" providerId="LiveId" clId="{4E8951AA-E15D-42A6-A3F0-2BF2BA009931}" dt="2023-09-26T02:04:13.324" v="2644" actId="20577"/>
          <ac:spMkLst>
            <pc:docMk/>
            <pc:sldMk cId="4009855822" sldId="428"/>
            <ac:spMk id="2" creationId="{DE0B8C4F-61BB-84AA-AB6D-424C8C30EDD9}"/>
          </ac:spMkLst>
        </pc:spChg>
        <pc:spChg chg="del">
          <ac:chgData name="Mitchell Wand" userId="de9b44c55c049659" providerId="LiveId" clId="{4E8951AA-E15D-42A6-A3F0-2BF2BA009931}" dt="2023-09-26T02:05:54.819" v="2645" actId="478"/>
          <ac:spMkLst>
            <pc:docMk/>
            <pc:sldMk cId="4009855822" sldId="428"/>
            <ac:spMk id="3" creationId="{161B9AEA-DE92-D618-99B0-797906E518D9}"/>
          </ac:spMkLst>
        </pc:spChg>
        <pc:spChg chg="add mod">
          <ac:chgData name="Mitchell Wand" userId="de9b44c55c049659" providerId="LiveId" clId="{4E8951AA-E15D-42A6-A3F0-2BF2BA009931}" dt="2023-09-26T02:10:54.132" v="2812" actId="20577"/>
          <ac:spMkLst>
            <pc:docMk/>
            <pc:sldMk cId="4009855822" sldId="428"/>
            <ac:spMk id="6" creationId="{EF1F3BB2-2BC7-BE36-D551-F7C0BF68C652}"/>
          </ac:spMkLst>
        </pc:spChg>
        <pc:spChg chg="add mod">
          <ac:chgData name="Mitchell Wand" userId="de9b44c55c049659" providerId="LiveId" clId="{4E8951AA-E15D-42A6-A3F0-2BF2BA009931}" dt="2023-09-26T02:11:16.554" v="2816" actId="1076"/>
          <ac:spMkLst>
            <pc:docMk/>
            <pc:sldMk cId="4009855822" sldId="428"/>
            <ac:spMk id="7" creationId="{80E88B98-44E2-F437-AED9-1D3AF86B50E5}"/>
          </ac:spMkLst>
        </pc:spChg>
        <pc:spChg chg="add mod">
          <ac:chgData name="Mitchell Wand" userId="de9b44c55c049659" providerId="LiveId" clId="{4E8951AA-E15D-42A6-A3F0-2BF2BA009931}" dt="2023-09-26T02:11:58.472" v="2876" actId="20577"/>
          <ac:spMkLst>
            <pc:docMk/>
            <pc:sldMk cId="4009855822" sldId="428"/>
            <ac:spMk id="8" creationId="{7E4D0137-04F4-5781-9C61-3353F1EA56B6}"/>
          </ac:spMkLst>
        </pc:spChg>
      </pc:sldChg>
      <pc:sldChg chg="delSp modSp add mod modNotesTx">
        <pc:chgData name="Mitchell Wand" userId="de9b44c55c049659" providerId="LiveId" clId="{4E8951AA-E15D-42A6-A3F0-2BF2BA009931}" dt="2023-09-26T02:16:54.831" v="3357" actId="20577"/>
        <pc:sldMkLst>
          <pc:docMk/>
          <pc:sldMk cId="3210161590" sldId="429"/>
        </pc:sldMkLst>
        <pc:spChg chg="mod">
          <ac:chgData name="Mitchell Wand" userId="de9b44c55c049659" providerId="LiveId" clId="{4E8951AA-E15D-42A6-A3F0-2BF2BA009931}" dt="2023-09-26T02:16:24.596" v="3354" actId="14100"/>
          <ac:spMkLst>
            <pc:docMk/>
            <pc:sldMk cId="3210161590" sldId="429"/>
            <ac:spMk id="4" creationId="{83A55EF2-F2B7-1389-5577-9CDCB4BF29DF}"/>
          </ac:spMkLst>
        </pc:spChg>
        <pc:spChg chg="del">
          <ac:chgData name="Mitchell Wand" userId="de9b44c55c049659" providerId="LiveId" clId="{4E8951AA-E15D-42A6-A3F0-2BF2BA009931}" dt="2023-09-26T02:15:55.502" v="3350" actId="478"/>
          <ac:spMkLst>
            <pc:docMk/>
            <pc:sldMk cId="3210161590" sldId="429"/>
            <ac:spMk id="6" creationId="{2C8660CF-5BE8-2DA4-7A63-693429493700}"/>
          </ac:spMkLst>
        </pc:spChg>
      </pc:sldChg>
      <pc:sldChg chg="new del">
        <pc:chgData name="Mitchell Wand" userId="de9b44c55c049659" providerId="LiveId" clId="{4E8951AA-E15D-42A6-A3F0-2BF2BA009931}" dt="2023-09-26T01:19:22.059" v="28" actId="47"/>
        <pc:sldMkLst>
          <pc:docMk/>
          <pc:sldMk cId="3745100269" sldId="429"/>
        </pc:sldMkLst>
      </pc:sldChg>
      <pc:sldChg chg="addSp modSp new mod modNotesTx">
        <pc:chgData name="Mitchell Wand" userId="de9b44c55c049659" providerId="LiveId" clId="{4E8951AA-E15D-42A6-A3F0-2BF2BA009931}" dt="2023-09-26T02:18:54.883" v="3468" actId="20577"/>
        <pc:sldMkLst>
          <pc:docMk/>
          <pc:sldMk cId="2918518263" sldId="430"/>
        </pc:sldMkLst>
        <pc:spChg chg="mod">
          <ac:chgData name="Mitchell Wand" userId="de9b44c55c049659" providerId="LiveId" clId="{4E8951AA-E15D-42A6-A3F0-2BF2BA009931}" dt="2023-09-26T02:17:47.464" v="3380" actId="20577"/>
          <ac:spMkLst>
            <pc:docMk/>
            <pc:sldMk cId="2918518263" sldId="430"/>
            <ac:spMk id="2" creationId="{1BC3DCDF-2778-E0E5-1331-9B499E72464D}"/>
          </ac:spMkLst>
        </pc:spChg>
        <pc:spChg chg="add mod">
          <ac:chgData name="Mitchell Wand" userId="de9b44c55c049659" providerId="LiveId" clId="{4E8951AA-E15D-42A6-A3F0-2BF2BA009931}" dt="2023-09-26T02:18:25.758" v="3384" actId="255"/>
          <ac:spMkLst>
            <pc:docMk/>
            <pc:sldMk cId="2918518263" sldId="430"/>
            <ac:spMk id="4" creationId="{38A20681-AC1C-154F-001D-174239530F7B}"/>
          </ac:spMkLst>
        </pc:spChg>
      </pc:sldChg>
    </pc:docChg>
  </pc:docChgLst>
  <pc:docChgLst>
    <pc:chgData name="Mitchell Wand" userId="de9b44c55c049659" providerId="LiveId" clId="{AA6F09A9-4509-4C03-8175-3B4E3E5D3118}"/>
    <pc:docChg chg="undo custSel addSld delSld modSld sldOrd modMainMaster addSection modSection">
      <pc:chgData name="Mitchell Wand" userId="de9b44c55c049659" providerId="LiveId" clId="{AA6F09A9-4509-4C03-8175-3B4E3E5D3118}" dt="2023-09-21T18:58:12.927" v="7755"/>
      <pc:docMkLst>
        <pc:docMk/>
      </pc:docMkLst>
      <pc:sldChg chg="delSp mod">
        <pc:chgData name="Mitchell Wand" userId="de9b44c55c049659" providerId="LiveId" clId="{AA6F09A9-4509-4C03-8175-3B4E3E5D3118}" dt="2023-09-11T17:31:20.728" v="765" actId="478"/>
        <pc:sldMkLst>
          <pc:docMk/>
          <pc:sldMk cId="0" sldId="257"/>
        </pc:sldMkLst>
        <pc:spChg chg="del">
          <ac:chgData name="Mitchell Wand" userId="de9b44c55c049659" providerId="LiveId" clId="{AA6F09A9-4509-4C03-8175-3B4E3E5D3118}" dt="2023-09-11T17:31:20.728" v="765" actId="478"/>
          <ac:spMkLst>
            <pc:docMk/>
            <pc:sldMk cId="0" sldId="257"/>
            <ac:spMk id="2" creationId="{D201EEDC-E523-F51C-0960-E9EA879B92C6}"/>
          </ac:spMkLst>
        </pc:spChg>
      </pc:sldChg>
      <pc:sldChg chg="modSp mod">
        <pc:chgData name="Mitchell Wand" userId="de9b44c55c049659" providerId="LiveId" clId="{AA6F09A9-4509-4C03-8175-3B4E3E5D3118}" dt="2023-09-20T20:47:13.358" v="2016" actId="20577"/>
        <pc:sldMkLst>
          <pc:docMk/>
          <pc:sldMk cId="0" sldId="271"/>
        </pc:sldMkLst>
        <pc:spChg chg="mod">
          <ac:chgData name="Mitchell Wand" userId="de9b44c55c049659" providerId="LiveId" clId="{AA6F09A9-4509-4C03-8175-3B4E3E5D3118}" dt="2023-09-20T20:47:13.358" v="2016" actId="20577"/>
          <ac:spMkLst>
            <pc:docMk/>
            <pc:sldMk cId="0" sldId="271"/>
            <ac:spMk id="210" creationId="{00000000-0000-0000-0000-000000000000}"/>
          </ac:spMkLst>
        </pc:spChg>
      </pc:sldChg>
      <pc:sldChg chg="modNotesTx">
        <pc:chgData name="Mitchell Wand" userId="de9b44c55c049659" providerId="LiveId" clId="{AA6F09A9-4509-4C03-8175-3B4E3E5D3118}" dt="2023-09-20T20:50:16.813" v="2180" actId="20577"/>
        <pc:sldMkLst>
          <pc:docMk/>
          <pc:sldMk cId="0" sldId="274"/>
        </pc:sldMkLst>
      </pc:sldChg>
      <pc:sldChg chg="add">
        <pc:chgData name="Mitchell Wand" userId="de9b44c55c049659" providerId="LiveId" clId="{AA6F09A9-4509-4C03-8175-3B4E3E5D3118}" dt="2023-09-21T17:55:36.232" v="7740"/>
        <pc:sldMkLst>
          <pc:docMk/>
          <pc:sldMk cId="578956470" sldId="276"/>
        </pc:sldMkLst>
      </pc:sldChg>
      <pc:sldChg chg="add">
        <pc:chgData name="Mitchell Wand" userId="de9b44c55c049659" providerId="LiveId" clId="{AA6F09A9-4509-4C03-8175-3B4E3E5D3118}" dt="2023-09-21T17:55:56.788" v="7741"/>
        <pc:sldMkLst>
          <pc:docMk/>
          <pc:sldMk cId="0" sldId="277"/>
        </pc:sldMkLst>
      </pc:sldChg>
      <pc:sldChg chg="modNotesTx">
        <pc:chgData name="Mitchell Wand" userId="de9b44c55c049659" providerId="LiveId" clId="{AA6F09A9-4509-4C03-8175-3B4E3E5D3118}" dt="2023-09-20T20:47:34.589" v="2033" actId="20577"/>
        <pc:sldMkLst>
          <pc:docMk/>
          <pc:sldMk cId="0" sldId="278"/>
        </pc:sldMkLst>
      </pc:sldChg>
      <pc:sldChg chg="del">
        <pc:chgData name="Mitchell Wand" userId="de9b44c55c049659" providerId="LiveId" clId="{AA6F09A9-4509-4C03-8175-3B4E3E5D3118}" dt="2023-09-11T16:54:36.257" v="592" actId="47"/>
        <pc:sldMkLst>
          <pc:docMk/>
          <pc:sldMk cId="0" sldId="283"/>
        </pc:sldMkLst>
      </pc:sldChg>
      <pc:sldChg chg="del">
        <pc:chgData name="Mitchell Wand" userId="de9b44c55c049659" providerId="LiveId" clId="{AA6F09A9-4509-4C03-8175-3B4E3E5D3118}" dt="2023-09-11T16:50:11.575" v="450" actId="2696"/>
        <pc:sldMkLst>
          <pc:docMk/>
          <pc:sldMk cId="0" sldId="284"/>
        </pc:sldMkLst>
      </pc:sldChg>
      <pc:sldChg chg="del">
        <pc:chgData name="Mitchell Wand" userId="de9b44c55c049659" providerId="LiveId" clId="{AA6F09A9-4509-4C03-8175-3B4E3E5D3118}" dt="2023-09-11T16:50:11.575" v="450" actId="2696"/>
        <pc:sldMkLst>
          <pc:docMk/>
          <pc:sldMk cId="0" sldId="285"/>
        </pc:sldMkLst>
      </pc:sldChg>
      <pc:sldChg chg="modSp mod ord">
        <pc:chgData name="Mitchell Wand" userId="de9b44c55c049659" providerId="LiveId" clId="{AA6F09A9-4509-4C03-8175-3B4E3E5D3118}" dt="2023-09-11T16:55:41.357" v="645" actId="20577"/>
        <pc:sldMkLst>
          <pc:docMk/>
          <pc:sldMk cId="0" sldId="288"/>
        </pc:sldMkLst>
        <pc:spChg chg="mod">
          <ac:chgData name="Mitchell Wand" userId="de9b44c55c049659" providerId="LiveId" clId="{AA6F09A9-4509-4C03-8175-3B4E3E5D3118}" dt="2023-09-11T16:55:41.357" v="645" actId="20577"/>
          <ac:spMkLst>
            <pc:docMk/>
            <pc:sldMk cId="0" sldId="288"/>
            <ac:spMk id="370" creationId="{00000000-0000-0000-0000-000000000000}"/>
          </ac:spMkLst>
        </pc:spChg>
      </pc:sldChg>
      <pc:sldChg chg="modSp mod">
        <pc:chgData name="Mitchell Wand" userId="de9b44c55c049659" providerId="LiveId" clId="{AA6F09A9-4509-4C03-8175-3B4E3E5D3118}" dt="2023-09-11T16:56:28.617" v="646" actId="114"/>
        <pc:sldMkLst>
          <pc:docMk/>
          <pc:sldMk cId="0" sldId="289"/>
        </pc:sldMkLst>
        <pc:spChg chg="mod">
          <ac:chgData name="Mitchell Wand" userId="de9b44c55c049659" providerId="LiveId" clId="{AA6F09A9-4509-4C03-8175-3B4E3E5D3118}" dt="2023-09-11T16:56:28.617" v="646" actId="114"/>
          <ac:spMkLst>
            <pc:docMk/>
            <pc:sldMk cId="0" sldId="289"/>
            <ac:spMk id="377" creationId="{00000000-0000-0000-0000-000000000000}"/>
          </ac:spMkLst>
        </pc:spChg>
      </pc:sldChg>
      <pc:sldChg chg="modSp mod modNotesTx">
        <pc:chgData name="Mitchell Wand" userId="de9b44c55c049659" providerId="LiveId" clId="{AA6F09A9-4509-4C03-8175-3B4E3E5D3118}" dt="2023-09-20T20:54:30.856" v="2208" actId="13926"/>
        <pc:sldMkLst>
          <pc:docMk/>
          <pc:sldMk cId="0" sldId="290"/>
        </pc:sldMkLst>
        <pc:spChg chg="mod">
          <ac:chgData name="Mitchell Wand" userId="de9b44c55c049659" providerId="LiveId" clId="{AA6F09A9-4509-4C03-8175-3B4E3E5D3118}" dt="2023-09-20T20:54:30.856" v="2208" actId="13926"/>
          <ac:spMkLst>
            <pc:docMk/>
            <pc:sldMk cId="0" sldId="290"/>
            <ac:spMk id="387" creationId="{00000000-0000-0000-0000-000000000000}"/>
          </ac:spMkLst>
        </pc:spChg>
      </pc:sldChg>
      <pc:sldChg chg="modSp mod">
        <pc:chgData name="Mitchell Wand" userId="de9b44c55c049659" providerId="LiveId" clId="{AA6F09A9-4509-4C03-8175-3B4E3E5D3118}" dt="2023-09-20T20:55:51.503" v="2212" actId="13926"/>
        <pc:sldMkLst>
          <pc:docMk/>
          <pc:sldMk cId="0" sldId="291"/>
        </pc:sldMkLst>
        <pc:spChg chg="mod">
          <ac:chgData name="Mitchell Wand" userId="de9b44c55c049659" providerId="LiveId" clId="{AA6F09A9-4509-4C03-8175-3B4E3E5D3118}" dt="2023-09-20T20:55:51.503" v="2212" actId="13926"/>
          <ac:spMkLst>
            <pc:docMk/>
            <pc:sldMk cId="0" sldId="291"/>
            <ac:spMk id="396" creationId="{00000000-0000-0000-0000-000000000000}"/>
          </ac:spMkLst>
        </pc:spChg>
      </pc:sldChg>
      <pc:sldChg chg="modSp mod">
        <pc:chgData name="Mitchell Wand" userId="de9b44c55c049659" providerId="LiveId" clId="{AA6F09A9-4509-4C03-8175-3B4E3E5D3118}" dt="2023-09-11T16:59:06.050" v="662" actId="114"/>
        <pc:sldMkLst>
          <pc:docMk/>
          <pc:sldMk cId="0" sldId="292"/>
        </pc:sldMkLst>
        <pc:spChg chg="mod">
          <ac:chgData name="Mitchell Wand" userId="de9b44c55c049659" providerId="LiveId" clId="{AA6F09A9-4509-4C03-8175-3B4E3E5D3118}" dt="2023-09-11T16:59:06.050" v="662" actId="114"/>
          <ac:spMkLst>
            <pc:docMk/>
            <pc:sldMk cId="0" sldId="292"/>
            <ac:spMk id="405" creationId="{00000000-0000-0000-0000-000000000000}"/>
          </ac:spMkLst>
        </pc:spChg>
      </pc:sldChg>
      <pc:sldChg chg="modSp mod">
        <pc:chgData name="Mitchell Wand" userId="de9b44c55c049659" providerId="LiveId" clId="{AA6F09A9-4509-4C03-8175-3B4E3E5D3118}" dt="2023-09-11T17:29:32.574" v="682" actId="113"/>
        <pc:sldMkLst>
          <pc:docMk/>
          <pc:sldMk cId="0" sldId="294"/>
        </pc:sldMkLst>
        <pc:spChg chg="mod">
          <ac:chgData name="Mitchell Wand" userId="de9b44c55c049659" providerId="LiveId" clId="{AA6F09A9-4509-4C03-8175-3B4E3E5D3118}" dt="2023-09-11T17:29:32.574" v="682" actId="113"/>
          <ac:spMkLst>
            <pc:docMk/>
            <pc:sldMk cId="0" sldId="294"/>
            <ac:spMk id="419" creationId="{00000000-0000-0000-0000-000000000000}"/>
          </ac:spMkLst>
        </pc:spChg>
      </pc:sldChg>
      <pc:sldChg chg="modSp mod ord modAnim">
        <pc:chgData name="Mitchell Wand" userId="de9b44c55c049659" providerId="LiveId" clId="{AA6F09A9-4509-4C03-8175-3B4E3E5D3118}" dt="2023-09-11T16:54:29.095" v="591" actId="20577"/>
        <pc:sldMkLst>
          <pc:docMk/>
          <pc:sldMk cId="2813158976" sldId="296"/>
        </pc:sldMkLst>
        <pc:spChg chg="mod">
          <ac:chgData name="Mitchell Wand" userId="de9b44c55c049659" providerId="LiveId" clId="{AA6F09A9-4509-4C03-8175-3B4E3E5D3118}" dt="2023-09-11T16:54:29.095" v="591" actId="20577"/>
          <ac:spMkLst>
            <pc:docMk/>
            <pc:sldMk cId="2813158976" sldId="296"/>
            <ac:spMk id="322" creationId="{00000000-0000-0000-0000-000000000000}"/>
          </ac:spMkLst>
        </pc:spChg>
      </pc:sldChg>
      <pc:sldChg chg="modSp mod">
        <pc:chgData name="Mitchell Wand" userId="de9b44c55c049659" providerId="LiveId" clId="{AA6F09A9-4509-4C03-8175-3B4E3E5D3118}" dt="2023-09-11T16:58:13.672" v="660" actId="20577"/>
        <pc:sldMkLst>
          <pc:docMk/>
          <pc:sldMk cId="2690522714" sldId="386"/>
        </pc:sldMkLst>
        <pc:spChg chg="mod">
          <ac:chgData name="Mitchell Wand" userId="de9b44c55c049659" providerId="LiveId" clId="{AA6F09A9-4509-4C03-8175-3B4E3E5D3118}" dt="2023-09-11T16:58:13.672" v="660" actId="20577"/>
          <ac:spMkLst>
            <pc:docMk/>
            <pc:sldMk cId="2690522714" sldId="386"/>
            <ac:spMk id="3" creationId="{B1EF6650-80C3-5E41-A6FD-B01FE62DC7DB}"/>
          </ac:spMkLst>
        </pc:spChg>
      </pc:sldChg>
      <pc:sldChg chg="modNotesTx">
        <pc:chgData name="Mitchell Wand" userId="de9b44c55c049659" providerId="LiveId" clId="{AA6F09A9-4509-4C03-8175-3B4E3E5D3118}" dt="2023-09-20T20:45:27.697" v="1999" actId="20577"/>
        <pc:sldMkLst>
          <pc:docMk/>
          <pc:sldMk cId="4105083793" sldId="388"/>
        </pc:sldMkLst>
      </pc:sldChg>
      <pc:sldChg chg="modSp mod">
        <pc:chgData name="Mitchell Wand" userId="de9b44c55c049659" providerId="LiveId" clId="{AA6F09A9-4509-4C03-8175-3B4E3E5D3118}" dt="2023-09-21T18:27:26.716" v="7754" actId="20577"/>
        <pc:sldMkLst>
          <pc:docMk/>
          <pc:sldMk cId="4204086104" sldId="390"/>
        </pc:sldMkLst>
        <pc:spChg chg="mod">
          <ac:chgData name="Mitchell Wand" userId="de9b44c55c049659" providerId="LiveId" clId="{AA6F09A9-4509-4C03-8175-3B4E3E5D3118}" dt="2023-09-21T18:27:26.716" v="7754" actId="20577"/>
          <ac:spMkLst>
            <pc:docMk/>
            <pc:sldMk cId="4204086104" sldId="390"/>
            <ac:spMk id="3" creationId="{9EE6C494-0332-120A-DFE1-7116E672330A}"/>
          </ac:spMkLst>
        </pc:spChg>
      </pc:sldChg>
      <pc:sldChg chg="modNotesTx">
        <pc:chgData name="Mitchell Wand" userId="de9b44c55c049659" providerId="LiveId" clId="{AA6F09A9-4509-4C03-8175-3B4E3E5D3118}" dt="2023-09-20T20:49:33.189" v="2163" actId="20577"/>
        <pc:sldMkLst>
          <pc:docMk/>
          <pc:sldMk cId="3646889748" sldId="391"/>
        </pc:sldMkLst>
      </pc:sldChg>
      <pc:sldChg chg="modSp mod">
        <pc:chgData name="Mitchell Wand" userId="de9b44c55c049659" providerId="LiveId" clId="{AA6F09A9-4509-4C03-8175-3B4E3E5D3118}" dt="2023-09-20T20:51:31.471" v="2207" actId="6549"/>
        <pc:sldMkLst>
          <pc:docMk/>
          <pc:sldMk cId="3959368631" sldId="395"/>
        </pc:sldMkLst>
        <pc:spChg chg="mod">
          <ac:chgData name="Mitchell Wand" userId="de9b44c55c049659" providerId="LiveId" clId="{AA6F09A9-4509-4C03-8175-3B4E3E5D3118}" dt="2023-09-20T20:51:31.471" v="2207" actId="6549"/>
          <ac:spMkLst>
            <pc:docMk/>
            <pc:sldMk cId="3959368631" sldId="395"/>
            <ac:spMk id="3" creationId="{F529B464-F6C6-B704-498B-8EC43CBE7196}"/>
          </ac:spMkLst>
        </pc:spChg>
      </pc:sldChg>
      <pc:sldChg chg="addSp delSp modSp mod">
        <pc:chgData name="Mitchell Wand" userId="de9b44c55c049659" providerId="LiveId" clId="{AA6F09A9-4509-4C03-8175-3B4E3E5D3118}" dt="2023-09-11T16:43:28.299" v="29" actId="1076"/>
        <pc:sldMkLst>
          <pc:docMk/>
          <pc:sldMk cId="731707150" sldId="396"/>
        </pc:sldMkLst>
        <pc:spChg chg="add mod">
          <ac:chgData name="Mitchell Wand" userId="de9b44c55c049659" providerId="LiveId" clId="{AA6F09A9-4509-4C03-8175-3B4E3E5D3118}" dt="2023-09-11T16:40:17.437" v="7" actId="1076"/>
          <ac:spMkLst>
            <pc:docMk/>
            <pc:sldMk cId="731707150" sldId="396"/>
            <ac:spMk id="3" creationId="{06796FC9-41E2-8B27-8F0A-705D90F86D33}"/>
          </ac:spMkLst>
        </pc:spChg>
        <pc:spChg chg="add mod">
          <ac:chgData name="Mitchell Wand" userId="de9b44c55c049659" providerId="LiveId" clId="{AA6F09A9-4509-4C03-8175-3B4E3E5D3118}" dt="2023-09-11T16:40:30.661" v="8" actId="1076"/>
          <ac:spMkLst>
            <pc:docMk/>
            <pc:sldMk cId="731707150" sldId="396"/>
            <ac:spMk id="5" creationId="{95F545FD-208A-4FC2-6FFF-5AE2607216BB}"/>
          </ac:spMkLst>
        </pc:spChg>
        <pc:spChg chg="add del mod">
          <ac:chgData name="Mitchell Wand" userId="de9b44c55c049659" providerId="LiveId" clId="{AA6F09A9-4509-4C03-8175-3B4E3E5D3118}" dt="2023-09-11T16:40:47.697" v="10"/>
          <ac:spMkLst>
            <pc:docMk/>
            <pc:sldMk cId="731707150" sldId="396"/>
            <ac:spMk id="7" creationId="{2CABD1D6-37DE-2E82-5FC7-52179863906C}"/>
          </ac:spMkLst>
        </pc:spChg>
        <pc:spChg chg="add del">
          <ac:chgData name="Mitchell Wand" userId="de9b44c55c049659" providerId="LiveId" clId="{AA6F09A9-4509-4C03-8175-3B4E3E5D3118}" dt="2023-09-11T16:40:54.614" v="11"/>
          <ac:spMkLst>
            <pc:docMk/>
            <pc:sldMk cId="731707150" sldId="396"/>
            <ac:spMk id="8" creationId="{5F83A9A0-CF45-AE66-DB49-6857E7955857}"/>
          </ac:spMkLst>
        </pc:spChg>
        <pc:spChg chg="add del mod">
          <ac:chgData name="Mitchell Wand" userId="de9b44c55c049659" providerId="LiveId" clId="{AA6F09A9-4509-4C03-8175-3B4E3E5D3118}" dt="2023-09-11T16:41:22.675" v="15" actId="478"/>
          <ac:spMkLst>
            <pc:docMk/>
            <pc:sldMk cId="731707150" sldId="396"/>
            <ac:spMk id="10" creationId="{2E8E57AE-4CC5-CD05-BDDA-964D7B6057A6}"/>
          </ac:spMkLst>
        </pc:spChg>
        <pc:spChg chg="add del">
          <ac:chgData name="Mitchell Wand" userId="de9b44c55c049659" providerId="LiveId" clId="{AA6F09A9-4509-4C03-8175-3B4E3E5D3118}" dt="2023-09-11T16:41:44.664" v="17" actId="11529"/>
          <ac:spMkLst>
            <pc:docMk/>
            <pc:sldMk cId="731707150" sldId="396"/>
            <ac:spMk id="11" creationId="{E8D74E5A-2FB2-5942-4A13-24F32ADCB3E8}"/>
          </ac:spMkLst>
        </pc:spChg>
        <pc:spChg chg="add del">
          <ac:chgData name="Mitchell Wand" userId="de9b44c55c049659" providerId="LiveId" clId="{AA6F09A9-4509-4C03-8175-3B4E3E5D3118}" dt="2023-09-11T16:42:10.984" v="19" actId="478"/>
          <ac:spMkLst>
            <pc:docMk/>
            <pc:sldMk cId="731707150" sldId="396"/>
            <ac:spMk id="12" creationId="{5597DAAE-7C7D-D322-7017-CD613578153E}"/>
          </ac:spMkLst>
        </pc:spChg>
        <pc:spChg chg="add del mod">
          <ac:chgData name="Mitchell Wand" userId="de9b44c55c049659" providerId="LiveId" clId="{AA6F09A9-4509-4C03-8175-3B4E3E5D3118}" dt="2023-09-11T16:42:28.901" v="22" actId="478"/>
          <ac:spMkLst>
            <pc:docMk/>
            <pc:sldMk cId="731707150" sldId="396"/>
            <ac:spMk id="13" creationId="{D5073877-9D16-6284-0809-57EA4E7D11D2}"/>
          </ac:spMkLst>
        </pc:spChg>
        <pc:spChg chg="add mod">
          <ac:chgData name="Mitchell Wand" userId="de9b44c55c049659" providerId="LiveId" clId="{AA6F09A9-4509-4C03-8175-3B4E3E5D3118}" dt="2023-09-11T16:43:28.299" v="29" actId="1076"/>
          <ac:spMkLst>
            <pc:docMk/>
            <pc:sldMk cId="731707150" sldId="396"/>
            <ac:spMk id="14" creationId="{E75FB9BF-EB4E-A240-BB72-3CE06C9A517B}"/>
          </ac:spMkLst>
        </pc:spChg>
      </pc:sldChg>
      <pc:sldChg chg="modNotesTx">
        <pc:chgData name="Mitchell Wand" userId="de9b44c55c049659" providerId="LiveId" clId="{AA6F09A9-4509-4C03-8175-3B4E3E5D3118}" dt="2023-09-11T16:49:04.550" v="447" actId="20577"/>
        <pc:sldMkLst>
          <pc:docMk/>
          <pc:sldMk cId="424888832" sldId="403"/>
        </pc:sldMkLst>
      </pc:sldChg>
      <pc:sldChg chg="modSp new del mod">
        <pc:chgData name="Mitchell Wand" userId="de9b44c55c049659" providerId="LiveId" clId="{AA6F09A9-4509-4C03-8175-3B4E3E5D3118}" dt="2023-09-11T16:55:05.981" v="619" actId="47"/>
        <pc:sldMkLst>
          <pc:docMk/>
          <pc:sldMk cId="3663549650" sldId="404"/>
        </pc:sldMkLst>
        <pc:spChg chg="mod">
          <ac:chgData name="Mitchell Wand" userId="de9b44c55c049659" providerId="LiveId" clId="{AA6F09A9-4509-4C03-8175-3B4E3E5D3118}" dt="2023-09-11T16:54:47.256" v="618" actId="20577"/>
          <ac:spMkLst>
            <pc:docMk/>
            <pc:sldMk cId="3663549650" sldId="404"/>
            <ac:spMk id="2" creationId="{B7690F65-F4CB-B31D-FB06-E40B4AF4E848}"/>
          </ac:spMkLst>
        </pc:spChg>
      </pc:sldChg>
      <pc:sldChg chg="modSp add mod">
        <pc:chgData name="Mitchell Wand" userId="de9b44c55c049659" providerId="LiveId" clId="{AA6F09A9-4509-4C03-8175-3B4E3E5D3118}" dt="2023-09-11T17:30:33.461" v="720" actId="20577"/>
        <pc:sldMkLst>
          <pc:docMk/>
          <pc:sldMk cId="3856103181" sldId="404"/>
        </pc:sldMkLst>
        <pc:spChg chg="mod">
          <ac:chgData name="Mitchell Wand" userId="de9b44c55c049659" providerId="LiveId" clId="{AA6F09A9-4509-4C03-8175-3B4E3E5D3118}" dt="2023-09-11T17:30:33.461" v="720" actId="20577"/>
          <ac:spMkLst>
            <pc:docMk/>
            <pc:sldMk cId="3856103181" sldId="404"/>
            <ac:spMk id="116" creationId="{00000000-0000-0000-0000-000000000000}"/>
          </ac:spMkLst>
        </pc:spChg>
      </pc:sldChg>
      <pc:sldChg chg="modSp new mod">
        <pc:chgData name="Mitchell Wand" userId="de9b44c55c049659" providerId="LiveId" clId="{AA6F09A9-4509-4C03-8175-3B4E3E5D3118}" dt="2023-09-11T17:32:53.964" v="986" actId="20577"/>
        <pc:sldMkLst>
          <pc:docMk/>
          <pc:sldMk cId="2060496032" sldId="405"/>
        </pc:sldMkLst>
        <pc:spChg chg="mod">
          <ac:chgData name="Mitchell Wand" userId="de9b44c55c049659" providerId="LiveId" clId="{AA6F09A9-4509-4C03-8175-3B4E3E5D3118}" dt="2023-09-11T17:31:06.477" v="764" actId="20577"/>
          <ac:spMkLst>
            <pc:docMk/>
            <pc:sldMk cId="2060496032" sldId="405"/>
            <ac:spMk id="2" creationId="{8EA99FEA-F35B-F655-755E-5B1D317B9584}"/>
          </ac:spMkLst>
        </pc:spChg>
        <pc:spChg chg="mod">
          <ac:chgData name="Mitchell Wand" userId="de9b44c55c049659" providerId="LiveId" clId="{AA6F09A9-4509-4C03-8175-3B4E3E5D3118}" dt="2023-09-11T17:32:53.964" v="986" actId="20577"/>
          <ac:spMkLst>
            <pc:docMk/>
            <pc:sldMk cId="2060496032" sldId="405"/>
            <ac:spMk id="3" creationId="{9BEC0C84-159D-289A-AB37-71EDCED09F3D}"/>
          </ac:spMkLst>
        </pc:spChg>
      </pc:sldChg>
      <pc:sldChg chg="addSp delSp modSp new mod modNotesTx">
        <pc:chgData name="Mitchell Wand" userId="de9b44c55c049659" providerId="LiveId" clId="{AA6F09A9-4509-4C03-8175-3B4E3E5D3118}" dt="2023-09-21T02:00:54.371" v="2236" actId="1076"/>
        <pc:sldMkLst>
          <pc:docMk/>
          <pc:sldMk cId="1781994050" sldId="406"/>
        </pc:sldMkLst>
        <pc:spChg chg="mod">
          <ac:chgData name="Mitchell Wand" userId="de9b44c55c049659" providerId="LiveId" clId="{AA6F09A9-4509-4C03-8175-3B4E3E5D3118}" dt="2023-09-11T17:49:42.810" v="1172" actId="20577"/>
          <ac:spMkLst>
            <pc:docMk/>
            <pc:sldMk cId="1781994050" sldId="406"/>
            <ac:spMk id="2" creationId="{784A4F4F-C4AE-D1C0-3F12-9DB3018AC09E}"/>
          </ac:spMkLst>
        </pc:spChg>
        <pc:spChg chg="add mod">
          <ac:chgData name="Mitchell Wand" userId="de9b44c55c049659" providerId="LiveId" clId="{AA6F09A9-4509-4C03-8175-3B4E3E5D3118}" dt="2023-09-21T02:00:54.371" v="2236" actId="1076"/>
          <ac:spMkLst>
            <pc:docMk/>
            <pc:sldMk cId="1781994050" sldId="406"/>
            <ac:spMk id="3" creationId="{2DDB6885-DAB4-D298-0AF0-0C1AEC48EB9E}"/>
          </ac:spMkLst>
        </pc:spChg>
        <pc:spChg chg="del">
          <ac:chgData name="Mitchell Wand" userId="de9b44c55c049659" providerId="LiveId" clId="{AA6F09A9-4509-4C03-8175-3B4E3E5D3118}" dt="2023-09-11T17:54:43.207" v="1275" actId="478"/>
          <ac:spMkLst>
            <pc:docMk/>
            <pc:sldMk cId="1781994050" sldId="406"/>
            <ac:spMk id="3" creationId="{63E3147A-5355-353F-23FE-C4290FFF3505}"/>
          </ac:spMkLst>
        </pc:spChg>
        <pc:spChg chg="add mod">
          <ac:chgData name="Mitchell Wand" userId="de9b44c55c049659" providerId="LiveId" clId="{AA6F09A9-4509-4C03-8175-3B4E3E5D3118}" dt="2023-09-11T17:58:24.054" v="1348" actId="14100"/>
          <ac:spMkLst>
            <pc:docMk/>
            <pc:sldMk cId="1781994050" sldId="406"/>
            <ac:spMk id="5" creationId="{5C2E1ABB-109B-58EC-C176-0B5CEAA50C8D}"/>
          </ac:spMkLst>
        </pc:spChg>
        <pc:spChg chg="add mod">
          <ac:chgData name="Mitchell Wand" userId="de9b44c55c049659" providerId="LiveId" clId="{AA6F09A9-4509-4C03-8175-3B4E3E5D3118}" dt="2023-09-11T17:56:53.105" v="1347" actId="20577"/>
          <ac:spMkLst>
            <pc:docMk/>
            <pc:sldMk cId="1781994050" sldId="406"/>
            <ac:spMk id="6" creationId="{DA2921BC-D96C-CE4E-A24A-793135B0040D}"/>
          </ac:spMkLst>
        </pc:spChg>
      </pc:sldChg>
      <pc:sldChg chg="addSp delSp modSp new mod setBg">
        <pc:chgData name="Mitchell Wand" userId="de9b44c55c049659" providerId="LiveId" clId="{AA6F09A9-4509-4C03-8175-3B4E3E5D3118}" dt="2023-09-21T14:01:58.150" v="4356" actId="20577"/>
        <pc:sldMkLst>
          <pc:docMk/>
          <pc:sldMk cId="1196190023" sldId="407"/>
        </pc:sldMkLst>
        <pc:spChg chg="mod">
          <ac:chgData name="Mitchell Wand" userId="de9b44c55c049659" providerId="LiveId" clId="{AA6F09A9-4509-4C03-8175-3B4E3E5D3118}" dt="2023-09-11T17:59:14.138" v="1425" actId="20577"/>
          <ac:spMkLst>
            <pc:docMk/>
            <pc:sldMk cId="1196190023" sldId="407"/>
            <ac:spMk id="2" creationId="{FEAD4D9C-A7BF-0EE3-CB9A-DEF1A0305AD6}"/>
          </ac:spMkLst>
        </pc:spChg>
        <pc:spChg chg="add del">
          <ac:chgData name="Mitchell Wand" userId="de9b44c55c049659" providerId="LiveId" clId="{AA6F09A9-4509-4C03-8175-3B4E3E5D3118}" dt="2023-09-11T17:59:48.622" v="1430"/>
          <ac:spMkLst>
            <pc:docMk/>
            <pc:sldMk cId="1196190023" sldId="407"/>
            <ac:spMk id="3" creationId="{6FB143F0-A835-4F4A-DA9E-EC92C3B1C420}"/>
          </ac:spMkLst>
        </pc:spChg>
        <pc:spChg chg="add del mod">
          <ac:chgData name="Mitchell Wand" userId="de9b44c55c049659" providerId="LiveId" clId="{AA6F09A9-4509-4C03-8175-3B4E3E5D3118}" dt="2023-09-11T17:59:48.553" v="1429"/>
          <ac:spMkLst>
            <pc:docMk/>
            <pc:sldMk cId="1196190023" sldId="407"/>
            <ac:spMk id="4" creationId="{08E72FD5-31D5-1D07-EA36-12CB0C3ED17A}"/>
          </ac:spMkLst>
        </pc:spChg>
        <pc:spChg chg="add del mod">
          <ac:chgData name="Mitchell Wand" userId="de9b44c55c049659" providerId="LiveId" clId="{AA6F09A9-4509-4C03-8175-3B4E3E5D3118}" dt="2023-09-11T18:00:04.465" v="1431" actId="478"/>
          <ac:spMkLst>
            <pc:docMk/>
            <pc:sldMk cId="1196190023" sldId="407"/>
            <ac:spMk id="5" creationId="{88A23F59-F22D-D03C-666C-517CE236C516}"/>
          </ac:spMkLst>
        </pc:spChg>
        <pc:spChg chg="add mod">
          <ac:chgData name="Mitchell Wand" userId="de9b44c55c049659" providerId="LiveId" clId="{AA6F09A9-4509-4C03-8175-3B4E3E5D3118}" dt="2023-09-21T14:01:58.150" v="4356" actId="20577"/>
          <ac:spMkLst>
            <pc:docMk/>
            <pc:sldMk cId="1196190023" sldId="407"/>
            <ac:spMk id="6" creationId="{FEFAB01C-5146-38B1-3635-6A71AE324554}"/>
          </ac:spMkLst>
        </pc:spChg>
      </pc:sldChg>
      <pc:sldChg chg="addSp delSp modSp new mod modNotesTx">
        <pc:chgData name="Mitchell Wand" userId="de9b44c55c049659" providerId="LiveId" clId="{AA6F09A9-4509-4C03-8175-3B4E3E5D3118}" dt="2023-09-21T13:47:49.588" v="3996" actId="1076"/>
        <pc:sldMkLst>
          <pc:docMk/>
          <pc:sldMk cId="1143622218" sldId="408"/>
        </pc:sldMkLst>
        <pc:spChg chg="mod">
          <ac:chgData name="Mitchell Wand" userId="de9b44c55c049659" providerId="LiveId" clId="{AA6F09A9-4509-4C03-8175-3B4E3E5D3118}" dt="2023-09-21T02:02:59.559" v="2438" actId="20577"/>
          <ac:spMkLst>
            <pc:docMk/>
            <pc:sldMk cId="1143622218" sldId="408"/>
            <ac:spMk id="2" creationId="{5C65FDBC-B21A-18B1-886D-9F8EDA80D502}"/>
          </ac:spMkLst>
        </pc:spChg>
        <pc:spChg chg="del">
          <ac:chgData name="Mitchell Wand" userId="de9b44c55c049659" providerId="LiveId" clId="{AA6F09A9-4509-4C03-8175-3B4E3E5D3118}" dt="2023-09-21T02:03:03.818" v="2439" actId="478"/>
          <ac:spMkLst>
            <pc:docMk/>
            <pc:sldMk cId="1143622218" sldId="408"/>
            <ac:spMk id="3" creationId="{DD1C48C7-2BEA-7F61-65EC-725233C826D5}"/>
          </ac:spMkLst>
        </pc:spChg>
        <pc:spChg chg="add mod">
          <ac:chgData name="Mitchell Wand" userId="de9b44c55c049659" providerId="LiveId" clId="{AA6F09A9-4509-4C03-8175-3B4E3E5D3118}" dt="2023-09-21T13:47:38.691" v="3995"/>
          <ac:spMkLst>
            <pc:docMk/>
            <pc:sldMk cId="1143622218" sldId="408"/>
            <ac:spMk id="5" creationId="{6E5519AE-D929-CABE-11EC-4B416E8E4B0B}"/>
          </ac:spMkLst>
        </pc:spChg>
        <pc:spChg chg="add mod">
          <ac:chgData name="Mitchell Wand" userId="de9b44c55c049659" providerId="LiveId" clId="{AA6F09A9-4509-4C03-8175-3B4E3E5D3118}" dt="2023-09-21T13:47:49.588" v="3996" actId="1076"/>
          <ac:spMkLst>
            <pc:docMk/>
            <pc:sldMk cId="1143622218" sldId="408"/>
            <ac:spMk id="6" creationId="{ABA83B7E-DB88-E05B-D1C2-649804410B6F}"/>
          </ac:spMkLst>
        </pc:spChg>
      </pc:sldChg>
      <pc:sldChg chg="addSp delSp modSp new mod modNotesTx">
        <pc:chgData name="Mitchell Wand" userId="de9b44c55c049659" providerId="LiveId" clId="{AA6F09A9-4509-4C03-8175-3B4E3E5D3118}" dt="2023-09-21T02:39:30.479" v="3322" actId="1076"/>
        <pc:sldMkLst>
          <pc:docMk/>
          <pc:sldMk cId="1300815534" sldId="409"/>
        </pc:sldMkLst>
        <pc:spChg chg="mod">
          <ac:chgData name="Mitchell Wand" userId="de9b44c55c049659" providerId="LiveId" clId="{AA6F09A9-4509-4C03-8175-3B4E3E5D3118}" dt="2023-09-21T02:16:42.131" v="2612" actId="20577"/>
          <ac:spMkLst>
            <pc:docMk/>
            <pc:sldMk cId="1300815534" sldId="409"/>
            <ac:spMk id="2" creationId="{EC7AAF55-F173-6723-9BF6-CDDFE70A2646}"/>
          </ac:spMkLst>
        </pc:spChg>
        <pc:spChg chg="add del">
          <ac:chgData name="Mitchell Wand" userId="de9b44c55c049659" providerId="LiveId" clId="{AA6F09A9-4509-4C03-8175-3B4E3E5D3118}" dt="2023-09-21T02:19:51.416" v="2615" actId="478"/>
          <ac:spMkLst>
            <pc:docMk/>
            <pc:sldMk cId="1300815534" sldId="409"/>
            <ac:spMk id="3" creationId="{1180ED51-130D-3574-D130-CCAD78DE5699}"/>
          </ac:spMkLst>
        </pc:spChg>
        <pc:spChg chg="add mod">
          <ac:chgData name="Mitchell Wand" userId="de9b44c55c049659" providerId="LiveId" clId="{AA6F09A9-4509-4C03-8175-3B4E3E5D3118}" dt="2023-09-21T02:24:46.276" v="2683" actId="20577"/>
          <ac:spMkLst>
            <pc:docMk/>
            <pc:sldMk cId="1300815534" sldId="409"/>
            <ac:spMk id="5" creationId="{EA395971-F8EE-0339-3040-E89AF057C67A}"/>
          </ac:spMkLst>
        </pc:spChg>
        <pc:spChg chg="add mod">
          <ac:chgData name="Mitchell Wand" userId="de9b44c55c049659" providerId="LiveId" clId="{AA6F09A9-4509-4C03-8175-3B4E3E5D3118}" dt="2023-09-21T02:25:06.040" v="2684" actId="1076"/>
          <ac:spMkLst>
            <pc:docMk/>
            <pc:sldMk cId="1300815534" sldId="409"/>
            <ac:spMk id="7" creationId="{B0A0C0BF-058C-D771-52AC-A747548DEE36}"/>
          </ac:spMkLst>
        </pc:spChg>
        <pc:spChg chg="add mod">
          <ac:chgData name="Mitchell Wand" userId="de9b44c55c049659" providerId="LiveId" clId="{AA6F09A9-4509-4C03-8175-3B4E3E5D3118}" dt="2023-09-21T02:39:30.479" v="3322" actId="1076"/>
          <ac:spMkLst>
            <pc:docMk/>
            <pc:sldMk cId="1300815534" sldId="409"/>
            <ac:spMk id="8" creationId="{22329E01-A0DE-C09A-2300-18E4D14553AF}"/>
          </ac:spMkLst>
        </pc:spChg>
      </pc:sldChg>
      <pc:sldChg chg="addSp delSp modSp new mod modClrScheme chgLayout modNotesTx">
        <pc:chgData name="Mitchell Wand" userId="de9b44c55c049659" providerId="LiveId" clId="{AA6F09A9-4509-4C03-8175-3B4E3E5D3118}" dt="2023-09-21T02:52:45.658" v="3752" actId="14100"/>
        <pc:sldMkLst>
          <pc:docMk/>
          <pc:sldMk cId="2875260270" sldId="410"/>
        </pc:sldMkLst>
        <pc:spChg chg="del mod ord">
          <ac:chgData name="Mitchell Wand" userId="de9b44c55c049659" providerId="LiveId" clId="{AA6F09A9-4509-4C03-8175-3B4E3E5D3118}" dt="2023-09-21T02:30:10.302" v="3147" actId="700"/>
          <ac:spMkLst>
            <pc:docMk/>
            <pc:sldMk cId="2875260270" sldId="410"/>
            <ac:spMk id="2" creationId="{B49F2658-E2CD-731B-BB10-50982BD07F1B}"/>
          </ac:spMkLst>
        </pc:spChg>
        <pc:spChg chg="del">
          <ac:chgData name="Mitchell Wand" userId="de9b44c55c049659" providerId="LiveId" clId="{AA6F09A9-4509-4C03-8175-3B4E3E5D3118}" dt="2023-09-21T02:30:10.302" v="3147" actId="700"/>
          <ac:spMkLst>
            <pc:docMk/>
            <pc:sldMk cId="2875260270" sldId="410"/>
            <ac:spMk id="3" creationId="{03FA0854-D636-6C9A-23F7-5C1D2A8EB8BC}"/>
          </ac:spMkLst>
        </pc:spChg>
        <pc:spChg chg="add mod ord">
          <ac:chgData name="Mitchell Wand" userId="de9b44c55c049659" providerId="LiveId" clId="{AA6F09A9-4509-4C03-8175-3B4E3E5D3118}" dt="2023-09-21T02:38:23.316" v="3287" actId="20577"/>
          <ac:spMkLst>
            <pc:docMk/>
            <pc:sldMk cId="2875260270" sldId="410"/>
            <ac:spMk id="4" creationId="{82A9C48E-EA24-D8A7-AE1A-2AD428607895}"/>
          </ac:spMkLst>
        </pc:spChg>
        <pc:spChg chg="add mod">
          <ac:chgData name="Mitchell Wand" userId="de9b44c55c049659" providerId="LiveId" clId="{AA6F09A9-4509-4C03-8175-3B4E3E5D3118}" dt="2023-09-21T02:52:45.658" v="3752" actId="14100"/>
          <ac:spMkLst>
            <pc:docMk/>
            <pc:sldMk cId="2875260270" sldId="410"/>
            <ac:spMk id="6" creationId="{F3DCAD49-9D9A-18B5-F6AD-A0EE164A9E39}"/>
          </ac:spMkLst>
        </pc:spChg>
        <pc:spChg chg="add mod">
          <ac:chgData name="Mitchell Wand" userId="de9b44c55c049659" providerId="LiveId" clId="{AA6F09A9-4509-4C03-8175-3B4E3E5D3118}" dt="2023-09-21T02:39:44.958" v="3324" actId="1076"/>
          <ac:spMkLst>
            <pc:docMk/>
            <pc:sldMk cId="2875260270" sldId="410"/>
            <ac:spMk id="7" creationId="{5EE925B8-2FA7-1F24-33B0-832E9A2469C0}"/>
          </ac:spMkLst>
        </pc:spChg>
      </pc:sldChg>
      <pc:sldChg chg="addSp modSp new mod modNotesTx">
        <pc:chgData name="Mitchell Wand" userId="de9b44c55c049659" providerId="LiveId" clId="{AA6F09A9-4509-4C03-8175-3B4E3E5D3118}" dt="2023-09-21T13:50:44.334" v="4080" actId="20577"/>
        <pc:sldMkLst>
          <pc:docMk/>
          <pc:sldMk cId="4001364585" sldId="411"/>
        </pc:sldMkLst>
        <pc:spChg chg="mod">
          <ac:chgData name="Mitchell Wand" userId="de9b44c55c049659" providerId="LiveId" clId="{AA6F09A9-4509-4C03-8175-3B4E3E5D3118}" dt="2023-09-21T02:50:26.257" v="3662" actId="20577"/>
          <ac:spMkLst>
            <pc:docMk/>
            <pc:sldMk cId="4001364585" sldId="411"/>
            <ac:spMk id="2" creationId="{980B93A1-BAA8-87B3-C146-E2C587D923B6}"/>
          </ac:spMkLst>
        </pc:spChg>
        <pc:spChg chg="add mod">
          <ac:chgData name="Mitchell Wand" userId="de9b44c55c049659" providerId="LiveId" clId="{AA6F09A9-4509-4C03-8175-3B4E3E5D3118}" dt="2023-09-21T02:47:49.278" v="3433" actId="20577"/>
          <ac:spMkLst>
            <pc:docMk/>
            <pc:sldMk cId="4001364585" sldId="411"/>
            <ac:spMk id="4" creationId="{83A55EF2-F2B7-1389-5577-9CDCB4BF29DF}"/>
          </ac:spMkLst>
        </pc:spChg>
        <pc:spChg chg="add mod">
          <ac:chgData name="Mitchell Wand" userId="de9b44c55c049659" providerId="LiveId" clId="{AA6F09A9-4509-4C03-8175-3B4E3E5D3118}" dt="2023-09-21T03:05:58.739" v="3993" actId="20577"/>
          <ac:spMkLst>
            <pc:docMk/>
            <pc:sldMk cId="4001364585" sldId="411"/>
            <ac:spMk id="6" creationId="{2C8660CF-5BE8-2DA4-7A63-693429493700}"/>
          </ac:spMkLst>
        </pc:spChg>
        <pc:spChg chg="add mod">
          <ac:chgData name="Mitchell Wand" userId="de9b44c55c049659" providerId="LiveId" clId="{AA6F09A9-4509-4C03-8175-3B4E3E5D3118}" dt="2023-09-21T13:49:54.214" v="4026" actId="1076"/>
          <ac:spMkLst>
            <pc:docMk/>
            <pc:sldMk cId="4001364585" sldId="411"/>
            <ac:spMk id="7" creationId="{8234364F-F25A-85D3-A992-57451A0E55F7}"/>
          </ac:spMkLst>
        </pc:spChg>
      </pc:sldChg>
      <pc:sldChg chg="addSp delSp modSp new del mod modClrScheme chgLayout">
        <pc:chgData name="Mitchell Wand" userId="de9b44c55c049659" providerId="LiveId" clId="{AA6F09A9-4509-4C03-8175-3B4E3E5D3118}" dt="2023-09-21T14:05:07.200" v="4724" actId="2696"/>
        <pc:sldMkLst>
          <pc:docMk/>
          <pc:sldMk cId="3823914199" sldId="412"/>
        </pc:sldMkLst>
        <pc:spChg chg="mod ord">
          <ac:chgData name="Mitchell Wand" userId="de9b44c55c049659" providerId="LiveId" clId="{AA6F09A9-4509-4C03-8175-3B4E3E5D3118}" dt="2023-09-21T13:56:00.111" v="4234" actId="700"/>
          <ac:spMkLst>
            <pc:docMk/>
            <pc:sldMk cId="3823914199" sldId="412"/>
            <ac:spMk id="2" creationId="{D66F310C-B3AE-4D65-C3CB-99EF7DE5B832}"/>
          </ac:spMkLst>
        </pc:spChg>
        <pc:spChg chg="add del">
          <ac:chgData name="Mitchell Wand" userId="de9b44c55c049659" providerId="LiveId" clId="{AA6F09A9-4509-4C03-8175-3B4E3E5D3118}" dt="2023-09-21T13:53:47.855" v="4145" actId="22"/>
          <ac:spMkLst>
            <pc:docMk/>
            <pc:sldMk cId="3823914199" sldId="412"/>
            <ac:spMk id="4" creationId="{ADDB1E2B-BE43-BF76-97E3-F3E31AE54FB0}"/>
          </ac:spMkLst>
        </pc:spChg>
        <pc:spChg chg="add mod ord">
          <ac:chgData name="Mitchell Wand" userId="de9b44c55c049659" providerId="LiveId" clId="{AA6F09A9-4509-4C03-8175-3B4E3E5D3118}" dt="2023-09-21T14:05:02.369" v="4723" actId="20577"/>
          <ac:spMkLst>
            <pc:docMk/>
            <pc:sldMk cId="3823914199" sldId="412"/>
            <ac:spMk id="5" creationId="{CE2E8427-C367-1C76-46B0-F02C2BCA80D6}"/>
          </ac:spMkLst>
        </pc:spChg>
      </pc:sldChg>
      <pc:sldChg chg="modSp add del mod">
        <pc:chgData name="Mitchell Wand" userId="de9b44c55c049659" providerId="LiveId" clId="{AA6F09A9-4509-4C03-8175-3B4E3E5D3118}" dt="2023-09-21T14:05:15.108" v="4725" actId="2696"/>
        <pc:sldMkLst>
          <pc:docMk/>
          <pc:sldMk cId="0" sldId="413"/>
        </pc:sldMkLst>
        <pc:spChg chg="mod">
          <ac:chgData name="Mitchell Wand" userId="de9b44c55c049659" providerId="LiveId" clId="{AA6F09A9-4509-4C03-8175-3B4E3E5D3118}" dt="2023-09-21T14:01:05.590" v="4341" actId="20577"/>
          <ac:spMkLst>
            <pc:docMk/>
            <pc:sldMk cId="0" sldId="413"/>
            <ac:spMk id="207" creationId="{00000000-0000-0000-0000-000000000000}"/>
          </ac:spMkLst>
        </pc:spChg>
      </pc:sldChg>
      <pc:sldChg chg="modSp add mod setBg">
        <pc:chgData name="Mitchell Wand" userId="de9b44c55c049659" providerId="LiveId" clId="{AA6F09A9-4509-4C03-8175-3B4E3E5D3118}" dt="2023-09-21T14:04:36.825" v="4666" actId="20577"/>
        <pc:sldMkLst>
          <pc:docMk/>
          <pc:sldMk cId="1613929314" sldId="414"/>
        </pc:sldMkLst>
        <pc:spChg chg="mod">
          <ac:chgData name="Mitchell Wand" userId="de9b44c55c049659" providerId="LiveId" clId="{AA6F09A9-4509-4C03-8175-3B4E3E5D3118}" dt="2023-09-21T14:02:51.601" v="4429" actId="20577"/>
          <ac:spMkLst>
            <pc:docMk/>
            <pc:sldMk cId="1613929314" sldId="414"/>
            <ac:spMk id="2" creationId="{FEAD4D9C-A7BF-0EE3-CB9A-DEF1A0305AD6}"/>
          </ac:spMkLst>
        </pc:spChg>
        <pc:spChg chg="mod">
          <ac:chgData name="Mitchell Wand" userId="de9b44c55c049659" providerId="LiveId" clId="{AA6F09A9-4509-4C03-8175-3B4E3E5D3118}" dt="2023-09-21T14:04:36.825" v="4666" actId="20577"/>
          <ac:spMkLst>
            <pc:docMk/>
            <pc:sldMk cId="1613929314" sldId="414"/>
            <ac:spMk id="6" creationId="{FEFAB01C-5146-38B1-3635-6A71AE324554}"/>
          </ac:spMkLst>
        </pc:spChg>
      </pc:sldChg>
      <pc:sldChg chg="addSp delSp modSp new del mod modClrScheme chgLayout">
        <pc:chgData name="Mitchell Wand" userId="de9b44c55c049659" providerId="LiveId" clId="{AA6F09A9-4509-4C03-8175-3B4E3E5D3118}" dt="2023-09-21T15:23:54.135" v="5413" actId="2696"/>
        <pc:sldMkLst>
          <pc:docMk/>
          <pc:sldMk cId="2414290703" sldId="415"/>
        </pc:sldMkLst>
        <pc:spChg chg="del mod ord">
          <ac:chgData name="Mitchell Wand" userId="de9b44c55c049659" providerId="LiveId" clId="{AA6F09A9-4509-4C03-8175-3B4E3E5D3118}" dt="2023-09-21T14:29:52.213" v="4768" actId="478"/>
          <ac:spMkLst>
            <pc:docMk/>
            <pc:sldMk cId="2414290703" sldId="415"/>
            <ac:spMk id="2" creationId="{01F10539-5F9E-B3FA-F1C9-44F101499431}"/>
          </ac:spMkLst>
        </pc:spChg>
        <pc:spChg chg="add mod">
          <ac:chgData name="Mitchell Wand" userId="de9b44c55c049659" providerId="LiveId" clId="{AA6F09A9-4509-4C03-8175-3B4E3E5D3118}" dt="2023-09-21T15:23:13.791" v="5407" actId="20577"/>
          <ac:spMkLst>
            <pc:docMk/>
            <pc:sldMk cId="2414290703" sldId="415"/>
            <ac:spMk id="4" creationId="{6B8A0349-BE04-1EC6-1E83-6AB31B0B48EB}"/>
          </ac:spMkLst>
        </pc:spChg>
        <pc:spChg chg="add mod">
          <ac:chgData name="Mitchell Wand" userId="de9b44c55c049659" providerId="LiveId" clId="{AA6F09A9-4509-4C03-8175-3B4E3E5D3118}" dt="2023-09-21T15:23:18.074" v="5409" actId="20577"/>
          <ac:spMkLst>
            <pc:docMk/>
            <pc:sldMk cId="2414290703" sldId="415"/>
            <ac:spMk id="6" creationId="{528FB891-CB5E-A44D-E27A-5A3A2873D73F}"/>
          </ac:spMkLst>
        </pc:spChg>
        <pc:spChg chg="add mod">
          <ac:chgData name="Mitchell Wand" userId="de9b44c55c049659" providerId="LiveId" clId="{AA6F09A9-4509-4C03-8175-3B4E3E5D3118}" dt="2023-09-21T15:22:53.038" v="5399" actId="1076"/>
          <ac:spMkLst>
            <pc:docMk/>
            <pc:sldMk cId="2414290703" sldId="415"/>
            <ac:spMk id="7" creationId="{F00486C7-AE31-DE8C-8475-4A9D5ED71668}"/>
          </ac:spMkLst>
        </pc:spChg>
        <pc:spChg chg="add mod">
          <ac:chgData name="Mitchell Wand" userId="de9b44c55c049659" providerId="LiveId" clId="{AA6F09A9-4509-4C03-8175-3B4E3E5D3118}" dt="2023-09-21T15:23:31.711" v="5410"/>
          <ac:spMkLst>
            <pc:docMk/>
            <pc:sldMk cId="2414290703" sldId="415"/>
            <ac:spMk id="8" creationId="{0829D660-3B68-E5E9-0E8E-B4DF27BA72DA}"/>
          </ac:spMkLst>
        </pc:spChg>
      </pc:sldChg>
      <pc:sldChg chg="addSp modSp new mod">
        <pc:chgData name="Mitchell Wand" userId="de9b44c55c049659" providerId="LiveId" clId="{AA6F09A9-4509-4C03-8175-3B4E3E5D3118}" dt="2023-09-21T15:23:50.490" v="5412" actId="1076"/>
        <pc:sldMkLst>
          <pc:docMk/>
          <pc:sldMk cId="3178519261" sldId="416"/>
        </pc:sldMkLst>
        <pc:spChg chg="mod">
          <ac:chgData name="Mitchell Wand" userId="de9b44c55c049659" providerId="LiveId" clId="{AA6F09A9-4509-4C03-8175-3B4E3E5D3118}" dt="2023-09-21T14:36:08.577" v="4848" actId="20577"/>
          <ac:spMkLst>
            <pc:docMk/>
            <pc:sldMk cId="3178519261" sldId="416"/>
            <ac:spMk id="2" creationId="{7A3628C9-128B-8777-8909-628DA1BB15EB}"/>
          </ac:spMkLst>
        </pc:spChg>
        <pc:spChg chg="add mod">
          <ac:chgData name="Mitchell Wand" userId="de9b44c55c049659" providerId="LiveId" clId="{AA6F09A9-4509-4C03-8175-3B4E3E5D3118}" dt="2023-09-21T14:36:02.480" v="4843" actId="6549"/>
          <ac:spMkLst>
            <pc:docMk/>
            <pc:sldMk cId="3178519261" sldId="416"/>
            <ac:spMk id="4" creationId="{4F5905F0-2826-A3FF-DC70-C4B40BB4164E}"/>
          </ac:spMkLst>
        </pc:spChg>
        <pc:spChg chg="add mod">
          <ac:chgData name="Mitchell Wand" userId="de9b44c55c049659" providerId="LiveId" clId="{AA6F09A9-4509-4C03-8175-3B4E3E5D3118}" dt="2023-09-21T15:23:50.490" v="5412" actId="1076"/>
          <ac:spMkLst>
            <pc:docMk/>
            <pc:sldMk cId="3178519261" sldId="416"/>
            <ac:spMk id="5" creationId="{648A590C-EAEA-35A2-9F4C-15A8DD29B6BE}"/>
          </ac:spMkLst>
        </pc:spChg>
      </pc:sldChg>
      <pc:sldChg chg="addSp modSp new mod modNotesTx">
        <pc:chgData name="Mitchell Wand" userId="de9b44c55c049659" providerId="LiveId" clId="{AA6F09A9-4509-4C03-8175-3B4E3E5D3118}" dt="2023-09-21T15:24:18.639" v="5420" actId="20577"/>
        <pc:sldMkLst>
          <pc:docMk/>
          <pc:sldMk cId="997493205" sldId="417"/>
        </pc:sldMkLst>
        <pc:spChg chg="mod">
          <ac:chgData name="Mitchell Wand" userId="de9b44c55c049659" providerId="LiveId" clId="{AA6F09A9-4509-4C03-8175-3B4E3E5D3118}" dt="2023-09-21T14:36:24.195" v="4869" actId="20577"/>
          <ac:spMkLst>
            <pc:docMk/>
            <pc:sldMk cId="997493205" sldId="417"/>
            <ac:spMk id="2" creationId="{E7460D20-BE41-A0DB-CCC9-EE3B2B1DA2FB}"/>
          </ac:spMkLst>
        </pc:spChg>
        <pc:spChg chg="add mod">
          <ac:chgData name="Mitchell Wand" userId="de9b44c55c049659" providerId="LiveId" clId="{AA6F09A9-4509-4C03-8175-3B4E3E5D3118}" dt="2023-09-21T15:24:18.639" v="5420" actId="20577"/>
          <ac:spMkLst>
            <pc:docMk/>
            <pc:sldMk cId="997493205" sldId="417"/>
            <ac:spMk id="4" creationId="{3FFFE8C6-F3F6-8C93-7E76-5E51B98BA906}"/>
          </ac:spMkLst>
        </pc:spChg>
      </pc:sldChg>
      <pc:sldChg chg="addSp delSp modSp new mod modClrScheme chgLayout modNotesTx">
        <pc:chgData name="Mitchell Wand" userId="de9b44c55c049659" providerId="LiveId" clId="{AA6F09A9-4509-4C03-8175-3B4E3E5D3118}" dt="2023-09-21T15:29:35.090" v="5737" actId="20577"/>
        <pc:sldMkLst>
          <pc:docMk/>
          <pc:sldMk cId="3935049033" sldId="418"/>
        </pc:sldMkLst>
        <pc:spChg chg="del mod ord">
          <ac:chgData name="Mitchell Wand" userId="de9b44c55c049659" providerId="LiveId" clId="{AA6F09A9-4509-4C03-8175-3B4E3E5D3118}" dt="2023-09-21T14:38:43.056" v="4933" actId="700"/>
          <ac:spMkLst>
            <pc:docMk/>
            <pc:sldMk cId="3935049033" sldId="418"/>
            <ac:spMk id="2" creationId="{8C193A8D-E337-33F6-3AA5-9E12D00381FF}"/>
          </ac:spMkLst>
        </pc:spChg>
        <pc:spChg chg="add mod ord">
          <ac:chgData name="Mitchell Wand" userId="de9b44c55c049659" providerId="LiveId" clId="{AA6F09A9-4509-4C03-8175-3B4E3E5D3118}" dt="2023-09-21T15:21:26.088" v="5298" actId="5793"/>
          <ac:spMkLst>
            <pc:docMk/>
            <pc:sldMk cId="3935049033" sldId="418"/>
            <ac:spMk id="3" creationId="{A657C336-3BF5-5EDF-37C3-8592B5BC1199}"/>
          </ac:spMkLst>
        </pc:spChg>
        <pc:spChg chg="add mod ord">
          <ac:chgData name="Mitchell Wand" userId="de9b44c55c049659" providerId="LiveId" clId="{AA6F09A9-4509-4C03-8175-3B4E3E5D3118}" dt="2023-09-21T15:21:58.840" v="5377" actId="20577"/>
          <ac:spMkLst>
            <pc:docMk/>
            <pc:sldMk cId="3935049033" sldId="418"/>
            <ac:spMk id="4" creationId="{44AC5415-9220-67BD-54EF-9DF869878B9D}"/>
          </ac:spMkLst>
        </pc:spChg>
      </pc:sldChg>
      <pc:sldChg chg="addSp modSp new mod modNotesTx">
        <pc:chgData name="Mitchell Wand" userId="de9b44c55c049659" providerId="LiveId" clId="{AA6F09A9-4509-4C03-8175-3B4E3E5D3118}" dt="2023-09-21T17:30:27.569" v="7080" actId="1076"/>
        <pc:sldMkLst>
          <pc:docMk/>
          <pc:sldMk cId="1376654866" sldId="419"/>
        </pc:sldMkLst>
        <pc:spChg chg="mod">
          <ac:chgData name="Mitchell Wand" userId="de9b44c55c049659" providerId="LiveId" clId="{AA6F09A9-4509-4C03-8175-3B4E3E5D3118}" dt="2023-09-21T15:27:01.891" v="5564" actId="20577"/>
          <ac:spMkLst>
            <pc:docMk/>
            <pc:sldMk cId="1376654866" sldId="419"/>
            <ac:spMk id="2" creationId="{42EC895A-9CEB-1901-EC48-67329B6A966A}"/>
          </ac:spMkLst>
        </pc:spChg>
        <pc:spChg chg="add mod">
          <ac:chgData name="Mitchell Wand" userId="de9b44c55c049659" providerId="LiveId" clId="{AA6F09A9-4509-4C03-8175-3B4E3E5D3118}" dt="2023-09-21T15:28:04.402" v="5587" actId="1076"/>
          <ac:spMkLst>
            <pc:docMk/>
            <pc:sldMk cId="1376654866" sldId="419"/>
            <ac:spMk id="4" creationId="{98194F6F-A81F-AA90-8BDC-E8EFBB880B1F}"/>
          </ac:spMkLst>
        </pc:spChg>
        <pc:spChg chg="add mod">
          <ac:chgData name="Mitchell Wand" userId="de9b44c55c049659" providerId="LiveId" clId="{AA6F09A9-4509-4C03-8175-3B4E3E5D3118}" dt="2023-09-21T17:30:27.569" v="7080" actId="1076"/>
          <ac:spMkLst>
            <pc:docMk/>
            <pc:sldMk cId="1376654866" sldId="419"/>
            <ac:spMk id="5" creationId="{C4C63989-AE1F-62A4-A8AA-3FF1AFEB1A07}"/>
          </ac:spMkLst>
        </pc:spChg>
      </pc:sldChg>
      <pc:sldChg chg="addSp delSp modSp new mod modNotesTx">
        <pc:chgData name="Mitchell Wand" userId="de9b44c55c049659" providerId="LiveId" clId="{AA6F09A9-4509-4C03-8175-3B4E3E5D3118}" dt="2023-09-21T17:30:32.605" v="7081"/>
        <pc:sldMkLst>
          <pc:docMk/>
          <pc:sldMk cId="3848332570" sldId="420"/>
        </pc:sldMkLst>
        <pc:spChg chg="mod">
          <ac:chgData name="Mitchell Wand" userId="de9b44c55c049659" providerId="LiveId" clId="{AA6F09A9-4509-4C03-8175-3B4E3E5D3118}" dt="2023-09-21T15:27:11.031" v="5582" actId="20577"/>
          <ac:spMkLst>
            <pc:docMk/>
            <pc:sldMk cId="3848332570" sldId="420"/>
            <ac:spMk id="2" creationId="{E42C8B26-B68A-F885-8EA9-B81ADD26A34A}"/>
          </ac:spMkLst>
        </pc:spChg>
        <pc:spChg chg="add del mod">
          <ac:chgData name="Mitchell Wand" userId="de9b44c55c049659" providerId="LiveId" clId="{AA6F09A9-4509-4C03-8175-3B4E3E5D3118}" dt="2023-09-21T15:38:31.765" v="6278" actId="478"/>
          <ac:spMkLst>
            <pc:docMk/>
            <pc:sldMk cId="3848332570" sldId="420"/>
            <ac:spMk id="4" creationId="{EFF10EA0-863B-2BE2-7B1E-08855DB390C6}"/>
          </ac:spMkLst>
        </pc:spChg>
        <pc:spChg chg="add mod">
          <ac:chgData name="Mitchell Wand" userId="de9b44c55c049659" providerId="LiveId" clId="{AA6F09A9-4509-4C03-8175-3B4E3E5D3118}" dt="2023-09-21T15:41:34.657" v="6669" actId="13926"/>
          <ac:spMkLst>
            <pc:docMk/>
            <pc:sldMk cId="3848332570" sldId="420"/>
            <ac:spMk id="6" creationId="{9F0CC656-D445-A5E4-FAF9-C9E520E6BB93}"/>
          </ac:spMkLst>
        </pc:spChg>
        <pc:spChg chg="add mod">
          <ac:chgData name="Mitchell Wand" userId="de9b44c55c049659" providerId="LiveId" clId="{AA6F09A9-4509-4C03-8175-3B4E3E5D3118}" dt="2023-09-21T17:30:32.605" v="7081"/>
          <ac:spMkLst>
            <pc:docMk/>
            <pc:sldMk cId="3848332570" sldId="420"/>
            <ac:spMk id="7" creationId="{7B6B6B1F-F85F-EE71-E78E-662DA5EBC03E}"/>
          </ac:spMkLst>
        </pc:spChg>
      </pc:sldChg>
      <pc:sldChg chg="new del">
        <pc:chgData name="Mitchell Wand" userId="de9b44c55c049659" providerId="LiveId" clId="{AA6F09A9-4509-4C03-8175-3B4E3E5D3118}" dt="2023-09-21T15:34:43.079" v="6219" actId="680"/>
        <pc:sldMkLst>
          <pc:docMk/>
          <pc:sldMk cId="2410803925" sldId="421"/>
        </pc:sldMkLst>
      </pc:sldChg>
      <pc:sldChg chg="addSp modSp new mod modClrScheme chgLayout">
        <pc:chgData name="Mitchell Wand" userId="de9b44c55c049659" providerId="LiveId" clId="{AA6F09A9-4509-4C03-8175-3B4E3E5D3118}" dt="2023-09-21T15:44:05.340" v="6758" actId="20577"/>
        <pc:sldMkLst>
          <pc:docMk/>
          <pc:sldMk cId="3248419483" sldId="421"/>
        </pc:sldMkLst>
        <pc:spChg chg="mod ord">
          <ac:chgData name="Mitchell Wand" userId="de9b44c55c049659" providerId="LiveId" clId="{AA6F09A9-4509-4C03-8175-3B4E3E5D3118}" dt="2023-09-21T15:43:11.178" v="6685" actId="700"/>
          <ac:spMkLst>
            <pc:docMk/>
            <pc:sldMk cId="3248419483" sldId="421"/>
            <ac:spMk id="2" creationId="{5F6C7F50-4AD0-5135-AE43-F91148B4DBFA}"/>
          </ac:spMkLst>
        </pc:spChg>
        <pc:spChg chg="add mod ord">
          <ac:chgData name="Mitchell Wand" userId="de9b44c55c049659" providerId="LiveId" clId="{AA6F09A9-4509-4C03-8175-3B4E3E5D3118}" dt="2023-09-21T15:44:05.340" v="6758" actId="20577"/>
          <ac:spMkLst>
            <pc:docMk/>
            <pc:sldMk cId="3248419483" sldId="421"/>
            <ac:spMk id="3" creationId="{98FC7662-3EE7-92E8-8427-76E9027BE025}"/>
          </ac:spMkLst>
        </pc:spChg>
      </pc:sldChg>
      <pc:sldChg chg="addSp delSp modSp new mod modClrScheme chgLayout modNotesTx">
        <pc:chgData name="Mitchell Wand" userId="de9b44c55c049659" providerId="LiveId" clId="{AA6F09A9-4509-4C03-8175-3B4E3E5D3118}" dt="2023-09-21T17:31:29.318" v="7110" actId="1076"/>
        <pc:sldMkLst>
          <pc:docMk/>
          <pc:sldMk cId="3918795189" sldId="422"/>
        </pc:sldMkLst>
        <pc:spChg chg="mod ord">
          <ac:chgData name="Mitchell Wand" userId="de9b44c55c049659" providerId="LiveId" clId="{AA6F09A9-4509-4C03-8175-3B4E3E5D3118}" dt="2023-09-21T17:02:55.556" v="6774" actId="700"/>
          <ac:spMkLst>
            <pc:docMk/>
            <pc:sldMk cId="3918795189" sldId="422"/>
            <ac:spMk id="2" creationId="{D0B6D2B1-B8CB-6164-EE96-BB0A37FC1020}"/>
          </ac:spMkLst>
        </pc:spChg>
        <pc:spChg chg="del">
          <ac:chgData name="Mitchell Wand" userId="de9b44c55c049659" providerId="LiveId" clId="{AA6F09A9-4509-4C03-8175-3B4E3E5D3118}" dt="2023-09-21T17:02:55.556" v="6774" actId="700"/>
          <ac:spMkLst>
            <pc:docMk/>
            <pc:sldMk cId="3918795189" sldId="422"/>
            <ac:spMk id="3" creationId="{422719A7-ABF8-66F1-75E6-DA8FBEC18D66}"/>
          </ac:spMkLst>
        </pc:spChg>
        <pc:spChg chg="add mod">
          <ac:chgData name="Mitchell Wand" userId="de9b44c55c049659" providerId="LiveId" clId="{AA6F09A9-4509-4C03-8175-3B4E3E5D3118}" dt="2023-09-21T17:04:32.180" v="6781" actId="14100"/>
          <ac:spMkLst>
            <pc:docMk/>
            <pc:sldMk cId="3918795189" sldId="422"/>
            <ac:spMk id="5" creationId="{DF90CDA3-5A50-54AF-77D5-FF5085AD13A2}"/>
          </ac:spMkLst>
        </pc:spChg>
        <pc:spChg chg="add mod">
          <ac:chgData name="Mitchell Wand" userId="de9b44c55c049659" providerId="LiveId" clId="{AA6F09A9-4509-4C03-8175-3B4E3E5D3118}" dt="2023-09-21T17:07:00.860" v="6981" actId="313"/>
          <ac:spMkLst>
            <pc:docMk/>
            <pc:sldMk cId="3918795189" sldId="422"/>
            <ac:spMk id="7" creationId="{5F634B3C-408F-C7F1-F191-3057618F4448}"/>
          </ac:spMkLst>
        </pc:spChg>
        <pc:spChg chg="add mod">
          <ac:chgData name="Mitchell Wand" userId="de9b44c55c049659" providerId="LiveId" clId="{AA6F09A9-4509-4C03-8175-3B4E3E5D3118}" dt="2023-09-21T17:05:08.885" v="6797" actId="1076"/>
          <ac:spMkLst>
            <pc:docMk/>
            <pc:sldMk cId="3918795189" sldId="422"/>
            <ac:spMk id="8" creationId="{D6816B2C-A33C-D6BE-66AE-1C4447BD1520}"/>
          </ac:spMkLst>
        </pc:spChg>
        <pc:spChg chg="add mod">
          <ac:chgData name="Mitchell Wand" userId="de9b44c55c049659" providerId="LiveId" clId="{AA6F09A9-4509-4C03-8175-3B4E3E5D3118}" dt="2023-09-21T17:05:26.922" v="6802" actId="20577"/>
          <ac:spMkLst>
            <pc:docMk/>
            <pc:sldMk cId="3918795189" sldId="422"/>
            <ac:spMk id="9" creationId="{E1FC1501-7217-5D3A-5522-CAEFAB691B32}"/>
          </ac:spMkLst>
        </pc:spChg>
        <pc:spChg chg="add mod">
          <ac:chgData name="Mitchell Wand" userId="de9b44c55c049659" providerId="LiveId" clId="{AA6F09A9-4509-4C03-8175-3B4E3E5D3118}" dt="2023-09-21T17:31:29.318" v="7110" actId="1076"/>
          <ac:spMkLst>
            <pc:docMk/>
            <pc:sldMk cId="3918795189" sldId="422"/>
            <ac:spMk id="10" creationId="{F601D17B-526A-791C-2FD9-C7A205E8D41D}"/>
          </ac:spMkLst>
        </pc:spChg>
      </pc:sldChg>
      <pc:sldChg chg="addSp delSp modSp new mod modNotesTx">
        <pc:chgData name="Mitchell Wand" userId="de9b44c55c049659" providerId="LiveId" clId="{AA6F09A9-4509-4C03-8175-3B4E3E5D3118}" dt="2023-09-21T17:38:36.843" v="7454" actId="20577"/>
        <pc:sldMkLst>
          <pc:docMk/>
          <pc:sldMk cId="3756781712" sldId="423"/>
        </pc:sldMkLst>
        <pc:spChg chg="mod">
          <ac:chgData name="Mitchell Wand" userId="de9b44c55c049659" providerId="LiveId" clId="{AA6F09A9-4509-4C03-8175-3B4E3E5D3118}" dt="2023-09-21T17:32:02.836" v="7149" actId="20577"/>
          <ac:spMkLst>
            <pc:docMk/>
            <pc:sldMk cId="3756781712" sldId="423"/>
            <ac:spMk id="2" creationId="{EBDD1EF7-1B84-03D1-90CC-6485AA84406C}"/>
          </ac:spMkLst>
        </pc:spChg>
        <pc:spChg chg="add del mod">
          <ac:chgData name="Mitchell Wand" userId="de9b44c55c049659" providerId="LiveId" clId="{AA6F09A9-4509-4C03-8175-3B4E3E5D3118}" dt="2023-09-21T17:33:21.563" v="7153" actId="478"/>
          <ac:spMkLst>
            <pc:docMk/>
            <pc:sldMk cId="3756781712" sldId="423"/>
            <ac:spMk id="4" creationId="{26E601B9-8CF2-424A-9E12-0B80A5B08C98}"/>
          </ac:spMkLst>
        </pc:spChg>
        <pc:spChg chg="add mod">
          <ac:chgData name="Mitchell Wand" userId="de9b44c55c049659" providerId="LiveId" clId="{AA6F09A9-4509-4C03-8175-3B4E3E5D3118}" dt="2023-09-21T17:33:47.471" v="7157" actId="14100"/>
          <ac:spMkLst>
            <pc:docMk/>
            <pc:sldMk cId="3756781712" sldId="423"/>
            <ac:spMk id="6" creationId="{6109264F-2F69-5A98-F3B0-C669724E019D}"/>
          </ac:spMkLst>
        </pc:spChg>
      </pc:sldChg>
      <pc:sldChg chg="addSp modSp new mod modNotesTx">
        <pc:chgData name="Mitchell Wand" userId="de9b44c55c049659" providerId="LiveId" clId="{AA6F09A9-4509-4C03-8175-3B4E3E5D3118}" dt="2023-09-21T17:40:26.316" v="7739" actId="20577"/>
        <pc:sldMkLst>
          <pc:docMk/>
          <pc:sldMk cId="3886866829" sldId="424"/>
        </pc:sldMkLst>
        <pc:spChg chg="mod">
          <ac:chgData name="Mitchell Wand" userId="de9b44c55c049659" providerId="LiveId" clId="{AA6F09A9-4509-4C03-8175-3B4E3E5D3118}" dt="2023-09-21T17:35:07.316" v="7181"/>
          <ac:spMkLst>
            <pc:docMk/>
            <pc:sldMk cId="3886866829" sldId="424"/>
            <ac:spMk id="2" creationId="{9A405F36-2BCE-424A-097C-E22D0214BD0F}"/>
          </ac:spMkLst>
        </pc:spChg>
        <pc:spChg chg="add mod">
          <ac:chgData name="Mitchell Wand" userId="de9b44c55c049659" providerId="LiveId" clId="{AA6F09A9-4509-4C03-8175-3B4E3E5D3118}" dt="2023-09-21T17:38:51.866" v="7455" actId="13926"/>
          <ac:spMkLst>
            <pc:docMk/>
            <pc:sldMk cId="3886866829" sldId="424"/>
            <ac:spMk id="4" creationId="{9C19FF8C-A42C-CC34-EA75-79137BA17575}"/>
          </ac:spMkLst>
        </pc:spChg>
      </pc:sldChg>
      <pc:sldChg chg="add">
        <pc:chgData name="Mitchell Wand" userId="de9b44c55c049659" providerId="LiveId" clId="{AA6F09A9-4509-4C03-8175-3B4E3E5D3118}" dt="2023-09-21T18:58:12.927" v="7755"/>
        <pc:sldMkLst>
          <pc:docMk/>
          <pc:sldMk cId="2363062081" sldId="425"/>
        </pc:sldMkLst>
      </pc:sldChg>
      <pc:sldMasterChg chg="delSldLayout modSldLayout">
        <pc:chgData name="Mitchell Wand" userId="de9b44c55c049659" providerId="LiveId" clId="{AA6F09A9-4509-4C03-8175-3B4E3E5D3118}" dt="2023-09-21T15:23:54.135" v="5413" actId="2696"/>
        <pc:sldMasterMkLst>
          <pc:docMk/>
          <pc:sldMasterMk cId="0" sldId="2147483648"/>
        </pc:sldMasterMkLst>
        <pc:sldLayoutChg chg="modSp mod">
          <pc:chgData name="Mitchell Wand" userId="de9b44c55c049659" providerId="LiveId" clId="{AA6F09A9-4509-4C03-8175-3B4E3E5D3118}" dt="2023-09-21T13:57:33.222" v="4279" actId="20577"/>
          <pc:sldLayoutMkLst>
            <pc:docMk/>
            <pc:sldMasterMk cId="0" sldId="2147483648"/>
            <pc:sldLayoutMk cId="0" sldId="2147483650"/>
          </pc:sldLayoutMkLst>
          <pc:spChg chg="mod">
            <ac:chgData name="Mitchell Wand" userId="de9b44c55c049659" providerId="LiveId" clId="{AA6F09A9-4509-4C03-8175-3B4E3E5D3118}" dt="2023-09-21T13:57:33.222" v="4279" actId="20577"/>
            <ac:spMkLst>
              <pc:docMk/>
              <pc:sldMasterMk cId="0" sldId="2147483648"/>
              <pc:sldLayoutMk cId="0" sldId="2147483650"/>
              <ac:spMk id="23" creationId="{00000000-0000-0000-0000-000000000000}"/>
            </ac:spMkLst>
          </pc:spChg>
        </pc:sldLayoutChg>
        <pc:sldLayoutChg chg="modSp">
          <pc:chgData name="Mitchell Wand" userId="de9b44c55c049659" providerId="LiveId" clId="{AA6F09A9-4509-4C03-8175-3B4E3E5D3118}" dt="2023-09-21T02:30:52.099" v="3148" actId="255"/>
          <pc:sldLayoutMkLst>
            <pc:docMk/>
            <pc:sldMasterMk cId="0" sldId="2147483648"/>
            <pc:sldLayoutMk cId="0" sldId="2147483654"/>
          </pc:sldLayoutMkLst>
          <pc:spChg chg="mod">
            <ac:chgData name="Mitchell Wand" userId="de9b44c55c049659" providerId="LiveId" clId="{AA6F09A9-4509-4C03-8175-3B4E3E5D3118}" dt="2023-09-21T02:30:52.099" v="3148" actId="255"/>
            <ac:spMkLst>
              <pc:docMk/>
              <pc:sldMasterMk cId="0" sldId="2147483648"/>
              <pc:sldLayoutMk cId="0" sldId="2147483654"/>
              <ac:spMk id="62" creationId="{00000000-0000-0000-0000-000000000000}"/>
            </ac:spMkLst>
          </pc:spChg>
        </pc:sldLayoutChg>
        <pc:sldLayoutChg chg="del">
          <pc:chgData name="Mitchell Wand" userId="de9b44c55c049659" providerId="LiveId" clId="{AA6F09A9-4509-4C03-8175-3B4E3E5D3118}" dt="2023-09-21T15:23:54.135" v="5413" actId="2696"/>
          <pc:sldLayoutMkLst>
            <pc:docMk/>
            <pc:sldMasterMk cId="0" sldId="2147483648"/>
            <pc:sldLayoutMk cId="0" sldId="2147483655"/>
          </pc:sldLayoutMkLst>
        </pc:sldLayoutChg>
      </pc:sldMasterChg>
    </pc:docChg>
  </pc:docChgLst>
  <pc:docChgLst>
    <pc:chgData name="Mitchell Wand" userId="de9b44c55c049659" providerId="LiveId" clId="{A3C5E289-FD0A-4A2C-B775-A66EDB85EC8C}"/>
    <pc:docChg chg="addSld delSld modSld delSection modSection">
      <pc:chgData name="Mitchell Wand" userId="de9b44c55c049659" providerId="LiveId" clId="{A3C5E289-FD0A-4A2C-B775-A66EDB85EC8C}" dt="2023-09-21T19:08:19.001" v="5"/>
      <pc:docMkLst>
        <pc:docMk/>
      </pc:docMkLst>
      <pc:sldChg chg="del">
        <pc:chgData name="Mitchell Wand" userId="de9b44c55c049659" providerId="LiveId" clId="{A3C5E289-FD0A-4A2C-B775-A66EDB85EC8C}" dt="2023-09-21T19:05:48.983" v="0" actId="18676"/>
        <pc:sldMkLst>
          <pc:docMk/>
          <pc:sldMk cId="0" sldId="256"/>
        </pc:sldMkLst>
      </pc:sldChg>
      <pc:sldChg chg="del">
        <pc:chgData name="Mitchell Wand" userId="de9b44c55c049659" providerId="LiveId" clId="{A3C5E289-FD0A-4A2C-B775-A66EDB85EC8C}" dt="2023-09-21T19:05:48.983" v="0" actId="18676"/>
        <pc:sldMkLst>
          <pc:docMk/>
          <pc:sldMk cId="0" sldId="257"/>
        </pc:sldMkLst>
      </pc:sldChg>
      <pc:sldChg chg="del">
        <pc:chgData name="Mitchell Wand" userId="de9b44c55c049659" providerId="LiveId" clId="{A3C5E289-FD0A-4A2C-B775-A66EDB85EC8C}" dt="2023-09-21T19:05:48.983" v="0" actId="18676"/>
        <pc:sldMkLst>
          <pc:docMk/>
          <pc:sldMk cId="0" sldId="258"/>
        </pc:sldMkLst>
      </pc:sldChg>
      <pc:sldChg chg="del">
        <pc:chgData name="Mitchell Wand" userId="de9b44c55c049659" providerId="LiveId" clId="{A3C5E289-FD0A-4A2C-B775-A66EDB85EC8C}" dt="2023-09-21T19:05:48.983" v="0" actId="18676"/>
        <pc:sldMkLst>
          <pc:docMk/>
          <pc:sldMk cId="0" sldId="259"/>
        </pc:sldMkLst>
      </pc:sldChg>
      <pc:sldChg chg="del">
        <pc:chgData name="Mitchell Wand" userId="de9b44c55c049659" providerId="LiveId" clId="{A3C5E289-FD0A-4A2C-B775-A66EDB85EC8C}" dt="2023-09-21T19:05:48.983" v="0" actId="18676"/>
        <pc:sldMkLst>
          <pc:docMk/>
          <pc:sldMk cId="0" sldId="260"/>
        </pc:sldMkLst>
      </pc:sldChg>
      <pc:sldChg chg="del">
        <pc:chgData name="Mitchell Wand" userId="de9b44c55c049659" providerId="LiveId" clId="{A3C5E289-FD0A-4A2C-B775-A66EDB85EC8C}" dt="2023-09-21T19:05:48.983" v="0" actId="18676"/>
        <pc:sldMkLst>
          <pc:docMk/>
          <pc:sldMk cId="0" sldId="262"/>
        </pc:sldMkLst>
      </pc:sldChg>
      <pc:sldChg chg="del">
        <pc:chgData name="Mitchell Wand" userId="de9b44c55c049659" providerId="LiveId" clId="{A3C5E289-FD0A-4A2C-B775-A66EDB85EC8C}" dt="2023-09-21T19:05:48.983" v="0" actId="18676"/>
        <pc:sldMkLst>
          <pc:docMk/>
          <pc:sldMk cId="0" sldId="263"/>
        </pc:sldMkLst>
      </pc:sldChg>
      <pc:sldChg chg="del">
        <pc:chgData name="Mitchell Wand" userId="de9b44c55c049659" providerId="LiveId" clId="{A3C5E289-FD0A-4A2C-B775-A66EDB85EC8C}" dt="2023-09-21T19:05:48.983" v="0" actId="18676"/>
        <pc:sldMkLst>
          <pc:docMk/>
          <pc:sldMk cId="0" sldId="264"/>
        </pc:sldMkLst>
      </pc:sldChg>
      <pc:sldChg chg="del">
        <pc:chgData name="Mitchell Wand" userId="de9b44c55c049659" providerId="LiveId" clId="{A3C5E289-FD0A-4A2C-B775-A66EDB85EC8C}" dt="2023-09-21T19:05:48.983" v="0" actId="18676"/>
        <pc:sldMkLst>
          <pc:docMk/>
          <pc:sldMk cId="0" sldId="265"/>
        </pc:sldMkLst>
      </pc:sldChg>
      <pc:sldChg chg="del">
        <pc:chgData name="Mitchell Wand" userId="de9b44c55c049659" providerId="LiveId" clId="{A3C5E289-FD0A-4A2C-B775-A66EDB85EC8C}" dt="2023-09-21T19:05:48.983" v="0" actId="18676"/>
        <pc:sldMkLst>
          <pc:docMk/>
          <pc:sldMk cId="0" sldId="266"/>
        </pc:sldMkLst>
      </pc:sldChg>
      <pc:sldChg chg="del">
        <pc:chgData name="Mitchell Wand" userId="de9b44c55c049659" providerId="LiveId" clId="{A3C5E289-FD0A-4A2C-B775-A66EDB85EC8C}" dt="2023-09-21T19:05:48.983" v="0" actId="18676"/>
        <pc:sldMkLst>
          <pc:docMk/>
          <pc:sldMk cId="0" sldId="267"/>
        </pc:sldMkLst>
      </pc:sldChg>
      <pc:sldChg chg="del">
        <pc:chgData name="Mitchell Wand" userId="de9b44c55c049659" providerId="LiveId" clId="{A3C5E289-FD0A-4A2C-B775-A66EDB85EC8C}" dt="2023-09-21T19:05:48.983" v="0" actId="18676"/>
        <pc:sldMkLst>
          <pc:docMk/>
          <pc:sldMk cId="0" sldId="268"/>
        </pc:sldMkLst>
      </pc:sldChg>
      <pc:sldChg chg="del">
        <pc:chgData name="Mitchell Wand" userId="de9b44c55c049659" providerId="LiveId" clId="{A3C5E289-FD0A-4A2C-B775-A66EDB85EC8C}" dt="2023-09-21T19:05:48.983" v="0" actId="18676"/>
        <pc:sldMkLst>
          <pc:docMk/>
          <pc:sldMk cId="0" sldId="269"/>
        </pc:sldMkLst>
      </pc:sldChg>
      <pc:sldChg chg="del">
        <pc:chgData name="Mitchell Wand" userId="de9b44c55c049659" providerId="LiveId" clId="{A3C5E289-FD0A-4A2C-B775-A66EDB85EC8C}" dt="2023-09-21T19:05:48.983" v="0" actId="18676"/>
        <pc:sldMkLst>
          <pc:docMk/>
          <pc:sldMk cId="0" sldId="270"/>
        </pc:sldMkLst>
      </pc:sldChg>
      <pc:sldChg chg="del">
        <pc:chgData name="Mitchell Wand" userId="de9b44c55c049659" providerId="LiveId" clId="{A3C5E289-FD0A-4A2C-B775-A66EDB85EC8C}" dt="2023-09-21T19:05:48.983" v="0" actId="18676"/>
        <pc:sldMkLst>
          <pc:docMk/>
          <pc:sldMk cId="0" sldId="271"/>
        </pc:sldMkLst>
      </pc:sldChg>
      <pc:sldChg chg="del">
        <pc:chgData name="Mitchell Wand" userId="de9b44c55c049659" providerId="LiveId" clId="{A3C5E289-FD0A-4A2C-B775-A66EDB85EC8C}" dt="2023-09-21T19:05:48.983" v="0" actId="18676"/>
        <pc:sldMkLst>
          <pc:docMk/>
          <pc:sldMk cId="0" sldId="273"/>
        </pc:sldMkLst>
      </pc:sldChg>
      <pc:sldChg chg="del">
        <pc:chgData name="Mitchell Wand" userId="de9b44c55c049659" providerId="LiveId" clId="{A3C5E289-FD0A-4A2C-B775-A66EDB85EC8C}" dt="2023-09-21T19:05:48.983" v="0" actId="18676"/>
        <pc:sldMkLst>
          <pc:docMk/>
          <pc:sldMk cId="0" sldId="274"/>
        </pc:sldMkLst>
      </pc:sldChg>
      <pc:sldChg chg="del">
        <pc:chgData name="Mitchell Wand" userId="de9b44c55c049659" providerId="LiveId" clId="{A3C5E289-FD0A-4A2C-B775-A66EDB85EC8C}" dt="2023-09-21T19:05:48.983" v="0" actId="18676"/>
        <pc:sldMkLst>
          <pc:docMk/>
          <pc:sldMk cId="0" sldId="275"/>
        </pc:sldMkLst>
      </pc:sldChg>
      <pc:sldChg chg="del">
        <pc:chgData name="Mitchell Wand" userId="de9b44c55c049659" providerId="LiveId" clId="{A3C5E289-FD0A-4A2C-B775-A66EDB85EC8C}" dt="2023-09-21T19:05:48.983" v="0" actId="18676"/>
        <pc:sldMkLst>
          <pc:docMk/>
          <pc:sldMk cId="0" sldId="278"/>
        </pc:sldMkLst>
      </pc:sldChg>
      <pc:sldChg chg="del">
        <pc:chgData name="Mitchell Wand" userId="de9b44c55c049659" providerId="LiveId" clId="{A3C5E289-FD0A-4A2C-B775-A66EDB85EC8C}" dt="2023-09-21T19:05:48.983" v="0" actId="18676"/>
        <pc:sldMkLst>
          <pc:docMk/>
          <pc:sldMk cId="0" sldId="279"/>
        </pc:sldMkLst>
      </pc:sldChg>
      <pc:sldChg chg="add del">
        <pc:chgData name="Mitchell Wand" userId="de9b44c55c049659" providerId="LiveId" clId="{A3C5E289-FD0A-4A2C-B775-A66EDB85EC8C}" dt="2023-09-21T19:07:12.046" v="1"/>
        <pc:sldMkLst>
          <pc:docMk/>
          <pc:sldMk cId="0" sldId="286"/>
        </pc:sldMkLst>
      </pc:sldChg>
      <pc:sldChg chg="add del">
        <pc:chgData name="Mitchell Wand" userId="de9b44c55c049659" providerId="LiveId" clId="{A3C5E289-FD0A-4A2C-B775-A66EDB85EC8C}" dt="2023-09-21T19:07:12.046" v="1"/>
        <pc:sldMkLst>
          <pc:docMk/>
          <pc:sldMk cId="0" sldId="288"/>
        </pc:sldMkLst>
      </pc:sldChg>
      <pc:sldChg chg="add del">
        <pc:chgData name="Mitchell Wand" userId="de9b44c55c049659" providerId="LiveId" clId="{A3C5E289-FD0A-4A2C-B775-A66EDB85EC8C}" dt="2023-09-21T19:07:12.046" v="1"/>
        <pc:sldMkLst>
          <pc:docMk/>
          <pc:sldMk cId="0" sldId="289"/>
        </pc:sldMkLst>
      </pc:sldChg>
      <pc:sldChg chg="add del">
        <pc:chgData name="Mitchell Wand" userId="de9b44c55c049659" providerId="LiveId" clId="{A3C5E289-FD0A-4A2C-B775-A66EDB85EC8C}" dt="2023-09-21T19:07:12.046" v="1"/>
        <pc:sldMkLst>
          <pc:docMk/>
          <pc:sldMk cId="0" sldId="290"/>
        </pc:sldMkLst>
      </pc:sldChg>
      <pc:sldChg chg="add del">
        <pc:chgData name="Mitchell Wand" userId="de9b44c55c049659" providerId="LiveId" clId="{A3C5E289-FD0A-4A2C-B775-A66EDB85EC8C}" dt="2023-09-21T19:07:12.046" v="1"/>
        <pc:sldMkLst>
          <pc:docMk/>
          <pc:sldMk cId="0" sldId="291"/>
        </pc:sldMkLst>
      </pc:sldChg>
      <pc:sldChg chg="add del">
        <pc:chgData name="Mitchell Wand" userId="de9b44c55c049659" providerId="LiveId" clId="{A3C5E289-FD0A-4A2C-B775-A66EDB85EC8C}" dt="2023-09-21T19:07:12.046" v="1"/>
        <pc:sldMkLst>
          <pc:docMk/>
          <pc:sldMk cId="0" sldId="292"/>
        </pc:sldMkLst>
      </pc:sldChg>
      <pc:sldChg chg="add del">
        <pc:chgData name="Mitchell Wand" userId="de9b44c55c049659" providerId="LiveId" clId="{A3C5E289-FD0A-4A2C-B775-A66EDB85EC8C}" dt="2023-09-21T19:07:12.046" v="1"/>
        <pc:sldMkLst>
          <pc:docMk/>
          <pc:sldMk cId="0" sldId="293"/>
        </pc:sldMkLst>
      </pc:sldChg>
      <pc:sldChg chg="del">
        <pc:chgData name="Mitchell Wand" userId="de9b44c55c049659" providerId="LiveId" clId="{A3C5E289-FD0A-4A2C-B775-A66EDB85EC8C}" dt="2023-09-21T19:05:48.983" v="0" actId="18676"/>
        <pc:sldMkLst>
          <pc:docMk/>
          <pc:sldMk cId="0" sldId="294"/>
        </pc:sldMkLst>
      </pc:sldChg>
      <pc:sldChg chg="del">
        <pc:chgData name="Mitchell Wand" userId="de9b44c55c049659" providerId="LiveId" clId="{A3C5E289-FD0A-4A2C-B775-A66EDB85EC8C}" dt="2023-09-21T19:05:48.983" v="0" actId="18676"/>
        <pc:sldMkLst>
          <pc:docMk/>
          <pc:sldMk cId="2813158976" sldId="296"/>
        </pc:sldMkLst>
      </pc:sldChg>
      <pc:sldChg chg="add del">
        <pc:chgData name="Mitchell Wand" userId="de9b44c55c049659" providerId="LiveId" clId="{A3C5E289-FD0A-4A2C-B775-A66EDB85EC8C}" dt="2023-09-21T19:07:12.046" v="1"/>
        <pc:sldMkLst>
          <pc:docMk/>
          <pc:sldMk cId="2690522714" sldId="386"/>
        </pc:sldMkLst>
      </pc:sldChg>
      <pc:sldChg chg="del">
        <pc:chgData name="Mitchell Wand" userId="de9b44c55c049659" providerId="LiveId" clId="{A3C5E289-FD0A-4A2C-B775-A66EDB85EC8C}" dt="2023-09-21T19:05:48.983" v="0" actId="18676"/>
        <pc:sldMkLst>
          <pc:docMk/>
          <pc:sldMk cId="1712348606" sldId="387"/>
        </pc:sldMkLst>
      </pc:sldChg>
      <pc:sldChg chg="del">
        <pc:chgData name="Mitchell Wand" userId="de9b44c55c049659" providerId="LiveId" clId="{A3C5E289-FD0A-4A2C-B775-A66EDB85EC8C}" dt="2023-09-21T19:05:48.983" v="0" actId="18676"/>
        <pc:sldMkLst>
          <pc:docMk/>
          <pc:sldMk cId="4105083793" sldId="388"/>
        </pc:sldMkLst>
      </pc:sldChg>
      <pc:sldChg chg="del">
        <pc:chgData name="Mitchell Wand" userId="de9b44c55c049659" providerId="LiveId" clId="{A3C5E289-FD0A-4A2C-B775-A66EDB85EC8C}" dt="2023-09-21T19:05:48.983" v="0" actId="18676"/>
        <pc:sldMkLst>
          <pc:docMk/>
          <pc:sldMk cId="2457656915" sldId="389"/>
        </pc:sldMkLst>
      </pc:sldChg>
      <pc:sldChg chg="del">
        <pc:chgData name="Mitchell Wand" userId="de9b44c55c049659" providerId="LiveId" clId="{A3C5E289-FD0A-4A2C-B775-A66EDB85EC8C}" dt="2023-09-21T19:05:48.983" v="0" actId="18676"/>
        <pc:sldMkLst>
          <pc:docMk/>
          <pc:sldMk cId="4204086104" sldId="390"/>
        </pc:sldMkLst>
      </pc:sldChg>
      <pc:sldChg chg="del">
        <pc:chgData name="Mitchell Wand" userId="de9b44c55c049659" providerId="LiveId" clId="{A3C5E289-FD0A-4A2C-B775-A66EDB85EC8C}" dt="2023-09-21T19:05:48.983" v="0" actId="18676"/>
        <pc:sldMkLst>
          <pc:docMk/>
          <pc:sldMk cId="3646889748" sldId="391"/>
        </pc:sldMkLst>
      </pc:sldChg>
      <pc:sldChg chg="del">
        <pc:chgData name="Mitchell Wand" userId="de9b44c55c049659" providerId="LiveId" clId="{A3C5E289-FD0A-4A2C-B775-A66EDB85EC8C}" dt="2023-09-21T19:05:48.983" v="0" actId="18676"/>
        <pc:sldMkLst>
          <pc:docMk/>
          <pc:sldMk cId="2936127610" sldId="393"/>
        </pc:sldMkLst>
      </pc:sldChg>
      <pc:sldChg chg="del">
        <pc:chgData name="Mitchell Wand" userId="de9b44c55c049659" providerId="LiveId" clId="{A3C5E289-FD0A-4A2C-B775-A66EDB85EC8C}" dt="2023-09-21T19:05:48.983" v="0" actId="18676"/>
        <pc:sldMkLst>
          <pc:docMk/>
          <pc:sldMk cId="3959368631" sldId="395"/>
        </pc:sldMkLst>
      </pc:sldChg>
      <pc:sldChg chg="del">
        <pc:chgData name="Mitchell Wand" userId="de9b44c55c049659" providerId="LiveId" clId="{A3C5E289-FD0A-4A2C-B775-A66EDB85EC8C}" dt="2023-09-21T19:05:48.983" v="0" actId="18676"/>
        <pc:sldMkLst>
          <pc:docMk/>
          <pc:sldMk cId="731707150" sldId="396"/>
        </pc:sldMkLst>
      </pc:sldChg>
      <pc:sldChg chg="del">
        <pc:chgData name="Mitchell Wand" userId="de9b44c55c049659" providerId="LiveId" clId="{A3C5E289-FD0A-4A2C-B775-A66EDB85EC8C}" dt="2023-09-21T19:05:48.983" v="0" actId="18676"/>
        <pc:sldMkLst>
          <pc:docMk/>
          <pc:sldMk cId="448131492" sldId="397"/>
        </pc:sldMkLst>
      </pc:sldChg>
      <pc:sldChg chg="del">
        <pc:chgData name="Mitchell Wand" userId="de9b44c55c049659" providerId="LiveId" clId="{A3C5E289-FD0A-4A2C-B775-A66EDB85EC8C}" dt="2023-09-21T19:05:48.983" v="0" actId="18676"/>
        <pc:sldMkLst>
          <pc:docMk/>
          <pc:sldMk cId="2865064717" sldId="398"/>
        </pc:sldMkLst>
      </pc:sldChg>
      <pc:sldChg chg="del">
        <pc:chgData name="Mitchell Wand" userId="de9b44c55c049659" providerId="LiveId" clId="{A3C5E289-FD0A-4A2C-B775-A66EDB85EC8C}" dt="2023-09-21T19:05:48.983" v="0" actId="18676"/>
        <pc:sldMkLst>
          <pc:docMk/>
          <pc:sldMk cId="406903797" sldId="399"/>
        </pc:sldMkLst>
      </pc:sldChg>
      <pc:sldChg chg="del">
        <pc:chgData name="Mitchell Wand" userId="de9b44c55c049659" providerId="LiveId" clId="{A3C5E289-FD0A-4A2C-B775-A66EDB85EC8C}" dt="2023-09-21T19:05:48.983" v="0" actId="18676"/>
        <pc:sldMkLst>
          <pc:docMk/>
          <pc:sldMk cId="1631386980" sldId="400"/>
        </pc:sldMkLst>
      </pc:sldChg>
      <pc:sldChg chg="del">
        <pc:chgData name="Mitchell Wand" userId="de9b44c55c049659" providerId="LiveId" clId="{A3C5E289-FD0A-4A2C-B775-A66EDB85EC8C}" dt="2023-09-21T19:05:48.983" v="0" actId="18676"/>
        <pc:sldMkLst>
          <pc:docMk/>
          <pc:sldMk cId="581266231" sldId="401"/>
        </pc:sldMkLst>
      </pc:sldChg>
      <pc:sldChg chg="del">
        <pc:chgData name="Mitchell Wand" userId="de9b44c55c049659" providerId="LiveId" clId="{A3C5E289-FD0A-4A2C-B775-A66EDB85EC8C}" dt="2023-09-21T19:05:48.983" v="0" actId="18676"/>
        <pc:sldMkLst>
          <pc:docMk/>
          <pc:sldMk cId="1352059909" sldId="402"/>
        </pc:sldMkLst>
      </pc:sldChg>
      <pc:sldChg chg="del">
        <pc:chgData name="Mitchell Wand" userId="de9b44c55c049659" providerId="LiveId" clId="{A3C5E289-FD0A-4A2C-B775-A66EDB85EC8C}" dt="2023-09-21T19:05:48.983" v="0" actId="18676"/>
        <pc:sldMkLst>
          <pc:docMk/>
          <pc:sldMk cId="424888832" sldId="403"/>
        </pc:sldMkLst>
      </pc:sldChg>
      <pc:sldChg chg="modSp mod">
        <pc:chgData name="Mitchell Wand" userId="de9b44c55c049659" providerId="LiveId" clId="{A3C5E289-FD0A-4A2C-B775-A66EDB85EC8C}" dt="2023-09-21T19:08:02.826" v="3"/>
        <pc:sldMkLst>
          <pc:docMk/>
          <pc:sldMk cId="2060496032" sldId="405"/>
        </pc:sldMkLst>
        <pc:spChg chg="mod">
          <ac:chgData name="Mitchell Wand" userId="de9b44c55c049659" providerId="LiveId" clId="{A3C5E289-FD0A-4A2C-B775-A66EDB85EC8C}" dt="2023-09-21T19:08:02.826" v="3"/>
          <ac:spMkLst>
            <pc:docMk/>
            <pc:sldMk cId="2060496032" sldId="405"/>
            <ac:spMk id="3" creationId="{9BEC0C84-159D-289A-AB37-71EDCED09F3D}"/>
          </ac:spMkLst>
        </pc:spChg>
      </pc:sldChg>
      <pc:sldChg chg="modSp mod">
        <pc:chgData name="Mitchell Wand" userId="de9b44c55c049659" providerId="LiveId" clId="{A3C5E289-FD0A-4A2C-B775-A66EDB85EC8C}" dt="2023-09-21T19:08:19.001" v="5"/>
        <pc:sldMkLst>
          <pc:docMk/>
          <pc:sldMk cId="2363062081" sldId="425"/>
        </pc:sldMkLst>
        <pc:spChg chg="mod">
          <ac:chgData name="Mitchell Wand" userId="de9b44c55c049659" providerId="LiveId" clId="{A3C5E289-FD0A-4A2C-B775-A66EDB85EC8C}" dt="2023-09-21T19:08:19.001" v="5"/>
          <ac:spMkLst>
            <pc:docMk/>
            <pc:sldMk cId="2363062081" sldId="425"/>
            <ac:spMk id="3" creationId="{9BEC0C84-159D-289A-AB37-71EDCED09F3D}"/>
          </ac:spMkLst>
        </pc:spChg>
      </pc:sldChg>
      <pc:sldMasterChg chg="delSldLayout">
        <pc:chgData name="Mitchell Wand" userId="de9b44c55c049659" providerId="LiveId" clId="{A3C5E289-FD0A-4A2C-B775-A66EDB85EC8C}" dt="2023-09-21T19:05:48.983" v="0" actId="18676"/>
        <pc:sldMasterMkLst>
          <pc:docMk/>
          <pc:sldMasterMk cId="0" sldId="2147483648"/>
        </pc:sldMasterMkLst>
        <pc:sldLayoutChg chg="del">
          <pc:chgData name="Mitchell Wand" userId="de9b44c55c049659" providerId="LiveId" clId="{A3C5E289-FD0A-4A2C-B775-A66EDB85EC8C}" dt="2023-09-21T19:05:48.983" v="0" actId="18676"/>
          <pc:sldLayoutMkLst>
            <pc:docMk/>
            <pc:sldMasterMk cId="0" sldId="2147483648"/>
            <pc:sldLayoutMk cId="0" sldId="2147483652"/>
          </pc:sldLayoutMkLst>
        </pc:sldLayoutChg>
      </pc:sldMasterChg>
    </pc:docChg>
  </pc:docChgLst>
  <pc:docChgLst>
    <pc:chgData name="Mitchell Wand" userId="de9b44c55c049659" providerId="LiveId" clId="{97F6A37B-697C-4290-A1B5-0CB4BB45D11B}"/>
    <pc:docChg chg="undo custSel addSld delSld modSld sldOrd modMainMaster delSection modSection">
      <pc:chgData name="Mitchell Wand" userId="de9b44c55c049659" providerId="LiveId" clId="{97F6A37B-697C-4290-A1B5-0CB4BB45D11B}" dt="2024-10-15T02:07:38.847" v="2945" actId="700"/>
      <pc:docMkLst>
        <pc:docMk/>
      </pc:docMkLst>
      <pc:sldChg chg="del">
        <pc:chgData name="Mitchell Wand" userId="de9b44c55c049659" providerId="LiveId" clId="{97F6A37B-697C-4290-A1B5-0CB4BB45D11B}" dt="2024-09-29T12:43:17.708" v="2397" actId="2696"/>
        <pc:sldMkLst>
          <pc:docMk/>
          <pc:sldMk cId="0" sldId="286"/>
        </pc:sldMkLst>
      </pc:sldChg>
      <pc:sldChg chg="delSp modSp mod">
        <pc:chgData name="Mitchell Wand" userId="de9b44c55c049659" providerId="LiveId" clId="{97F6A37B-697C-4290-A1B5-0CB4BB45D11B}" dt="2024-09-29T12:43:42.319" v="2421" actId="20577"/>
        <pc:sldMkLst>
          <pc:docMk/>
          <pc:sldMk cId="0" sldId="288"/>
        </pc:sldMkLst>
        <pc:spChg chg="mod">
          <ac:chgData name="Mitchell Wand" userId="de9b44c55c049659" providerId="LiveId" clId="{97F6A37B-697C-4290-A1B5-0CB4BB45D11B}" dt="2024-09-29T12:43:42.319" v="2421" actId="20577"/>
          <ac:spMkLst>
            <pc:docMk/>
            <pc:sldMk cId="0" sldId="288"/>
            <ac:spMk id="371" creationId="{00000000-0000-0000-0000-000000000000}"/>
          </ac:spMkLst>
        </pc:spChg>
        <pc:spChg chg="mod">
          <ac:chgData name="Mitchell Wand" userId="de9b44c55c049659" providerId="LiveId" clId="{97F6A37B-697C-4290-A1B5-0CB4BB45D11B}" dt="2024-09-29T12:34:51.381" v="2267" actId="1076"/>
          <ac:spMkLst>
            <pc:docMk/>
            <pc:sldMk cId="0" sldId="288"/>
            <ac:spMk id="374" creationId="{00000000-0000-0000-0000-000000000000}"/>
          </ac:spMkLst>
        </pc:spChg>
        <pc:picChg chg="del">
          <ac:chgData name="Mitchell Wand" userId="de9b44c55c049659" providerId="LiveId" clId="{97F6A37B-697C-4290-A1B5-0CB4BB45D11B}" dt="2024-09-29T12:28:29.116" v="1896" actId="478"/>
          <ac:picMkLst>
            <pc:docMk/>
            <pc:sldMk cId="0" sldId="288"/>
            <ac:picMk id="373" creationId="{00000000-0000-0000-0000-000000000000}"/>
          </ac:picMkLst>
        </pc:picChg>
      </pc:sldChg>
      <pc:sldChg chg="modSp del mod">
        <pc:chgData name="Mitchell Wand" userId="de9b44c55c049659" providerId="LiveId" clId="{97F6A37B-697C-4290-A1B5-0CB4BB45D11B}" dt="2024-09-29T12:38:23.543" v="2318" actId="2696"/>
        <pc:sldMkLst>
          <pc:docMk/>
          <pc:sldMk cId="0" sldId="289"/>
        </pc:sldMkLst>
        <pc:spChg chg="mod">
          <ac:chgData name="Mitchell Wand" userId="de9b44c55c049659" providerId="LiveId" clId="{97F6A37B-697C-4290-A1B5-0CB4BB45D11B}" dt="2024-09-29T12:35:16.200" v="2277" actId="20577"/>
          <ac:spMkLst>
            <pc:docMk/>
            <pc:sldMk cId="0" sldId="289"/>
            <ac:spMk id="376" creationId="{00000000-0000-0000-0000-000000000000}"/>
          </ac:spMkLst>
        </pc:spChg>
      </pc:sldChg>
      <pc:sldChg chg="del">
        <pc:chgData name="Mitchell Wand" userId="de9b44c55c049659" providerId="LiveId" clId="{97F6A37B-697C-4290-A1B5-0CB4BB45D11B}" dt="2024-09-29T12:40:13.878" v="2323" actId="47"/>
        <pc:sldMkLst>
          <pc:docMk/>
          <pc:sldMk cId="0" sldId="290"/>
        </pc:sldMkLst>
      </pc:sldChg>
      <pc:sldChg chg="del">
        <pc:chgData name="Mitchell Wand" userId="de9b44c55c049659" providerId="LiveId" clId="{97F6A37B-697C-4290-A1B5-0CB4BB45D11B}" dt="2024-09-29T12:40:13.878" v="2323" actId="47"/>
        <pc:sldMkLst>
          <pc:docMk/>
          <pc:sldMk cId="0" sldId="291"/>
        </pc:sldMkLst>
      </pc:sldChg>
      <pc:sldChg chg="del">
        <pc:chgData name="Mitchell Wand" userId="de9b44c55c049659" providerId="LiveId" clId="{97F6A37B-697C-4290-A1B5-0CB4BB45D11B}" dt="2024-09-29T12:40:13.878" v="2323" actId="47"/>
        <pc:sldMkLst>
          <pc:docMk/>
          <pc:sldMk cId="0" sldId="292"/>
        </pc:sldMkLst>
      </pc:sldChg>
      <pc:sldChg chg="del">
        <pc:chgData name="Mitchell Wand" userId="de9b44c55c049659" providerId="LiveId" clId="{97F6A37B-697C-4290-A1B5-0CB4BB45D11B}" dt="2024-09-29T12:40:13.878" v="2323" actId="47"/>
        <pc:sldMkLst>
          <pc:docMk/>
          <pc:sldMk cId="0" sldId="293"/>
        </pc:sldMkLst>
      </pc:sldChg>
      <pc:sldChg chg="del">
        <pc:chgData name="Mitchell Wand" userId="de9b44c55c049659" providerId="LiveId" clId="{97F6A37B-697C-4290-A1B5-0CB4BB45D11B}" dt="2024-09-29T12:40:13.878" v="2323" actId="47"/>
        <pc:sldMkLst>
          <pc:docMk/>
          <pc:sldMk cId="2690522714" sldId="386"/>
        </pc:sldMkLst>
      </pc:sldChg>
      <pc:sldChg chg="modSp mod chgLayout">
        <pc:chgData name="Mitchell Wand" userId="de9b44c55c049659" providerId="LiveId" clId="{97F6A37B-697C-4290-A1B5-0CB4BB45D11B}" dt="2024-10-15T02:07:38.847" v="2945" actId="700"/>
        <pc:sldMkLst>
          <pc:docMk/>
          <pc:sldMk cId="3856103181" sldId="404"/>
        </pc:sldMkLst>
        <pc:spChg chg="mod ord">
          <ac:chgData name="Mitchell Wand" userId="de9b44c55c049659" providerId="LiveId" clId="{97F6A37B-697C-4290-A1B5-0CB4BB45D11B}" dt="2024-10-15T02:07:38.847" v="2945" actId="700"/>
          <ac:spMkLst>
            <pc:docMk/>
            <pc:sldMk cId="3856103181" sldId="404"/>
            <ac:spMk id="116"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7"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8" creationId="{00000000-0000-0000-0000-000000000000}"/>
          </ac:spMkLst>
        </pc:spChg>
      </pc:sldChg>
      <pc:sldChg chg="addSp delSp modSp mod modClrScheme chgLayout">
        <pc:chgData name="Mitchell Wand" userId="de9b44c55c049659" providerId="LiveId" clId="{97F6A37B-697C-4290-A1B5-0CB4BB45D11B}" dt="2024-09-29T12:51:27.638" v="2550" actId="20577"/>
        <pc:sldMkLst>
          <pc:docMk/>
          <pc:sldMk cId="1143622218" sldId="408"/>
        </pc:sldMkLst>
        <pc:spChg chg="mod ord">
          <ac:chgData name="Mitchell Wand" userId="de9b44c55c049659" providerId="LiveId" clId="{97F6A37B-697C-4290-A1B5-0CB4BB45D11B}" dt="2024-09-29T12:51:27.638" v="2550" actId="20577"/>
          <ac:spMkLst>
            <pc:docMk/>
            <pc:sldMk cId="1143622218" sldId="408"/>
            <ac:spMk id="2" creationId="{5C65FDBC-B21A-18B1-886D-9F8EDA80D502}"/>
          </ac:spMkLst>
        </pc:spChg>
        <pc:spChg chg="mod ord">
          <ac:chgData name="Mitchell Wand" userId="de9b44c55c049659" providerId="LiveId" clId="{97F6A37B-697C-4290-A1B5-0CB4BB45D11B}" dt="2024-09-29T12:48:26.190" v="2475" actId="700"/>
          <ac:spMkLst>
            <pc:docMk/>
            <pc:sldMk cId="1143622218" sldId="408"/>
            <ac:spMk id="3" creationId="{3D1FB27E-8A69-3EF9-C5F1-FA9C71ECE48A}"/>
          </ac:spMkLst>
        </pc:spChg>
        <pc:spChg chg="add del mod ord">
          <ac:chgData name="Mitchell Wand" userId="de9b44c55c049659" providerId="LiveId" clId="{97F6A37B-697C-4290-A1B5-0CB4BB45D11B}" dt="2024-09-29T12:48:22.195" v="2474" actId="700"/>
          <ac:spMkLst>
            <pc:docMk/>
            <pc:sldMk cId="1143622218" sldId="408"/>
            <ac:spMk id="4" creationId="{EE7DA47B-64D0-E031-89C0-236102427F0C}"/>
          </ac:spMkLst>
        </pc:spChg>
        <pc:spChg chg="mod">
          <ac:chgData name="Mitchell Wand" userId="de9b44c55c049659" providerId="LiveId" clId="{97F6A37B-697C-4290-A1B5-0CB4BB45D11B}" dt="2024-09-29T12:46:49.288" v="2426" actId="1076"/>
          <ac:spMkLst>
            <pc:docMk/>
            <pc:sldMk cId="1143622218" sldId="408"/>
            <ac:spMk id="5" creationId="{6E5519AE-D929-CABE-11EC-4B416E8E4B0B}"/>
          </ac:spMkLst>
        </pc:spChg>
        <pc:spChg chg="mod">
          <ac:chgData name="Mitchell Wand" userId="de9b44c55c049659" providerId="LiveId" clId="{97F6A37B-697C-4290-A1B5-0CB4BB45D11B}" dt="2024-09-29T12:48:10.915" v="2472" actId="1076"/>
          <ac:spMkLst>
            <pc:docMk/>
            <pc:sldMk cId="1143622218" sldId="408"/>
            <ac:spMk id="6" creationId="{ABA83B7E-DB88-E05B-D1C2-649804410B6F}"/>
          </ac:spMkLst>
        </pc:spChg>
      </pc:sldChg>
      <pc:sldChg chg="modSp del mod">
        <pc:chgData name="Mitchell Wand" userId="de9b44c55c049659" providerId="LiveId" clId="{97F6A37B-697C-4290-A1B5-0CB4BB45D11B}" dt="2024-09-28T19:20:21.386" v="455" actId="2696"/>
        <pc:sldMkLst>
          <pc:docMk/>
          <pc:sldMk cId="1300815534" sldId="409"/>
        </pc:sldMkLst>
        <pc:spChg chg="mod">
          <ac:chgData name="Mitchell Wand" userId="de9b44c55c049659" providerId="LiveId" clId="{97F6A37B-697C-4290-A1B5-0CB4BB45D11B}" dt="2024-09-28T19:06:38.989" v="325" actId="20577"/>
          <ac:spMkLst>
            <pc:docMk/>
            <pc:sldMk cId="1300815534" sldId="409"/>
            <ac:spMk id="2" creationId="{EC7AAF55-F173-6723-9BF6-CDDFE70A2646}"/>
          </ac:spMkLst>
        </pc:spChg>
        <pc:spChg chg="mod">
          <ac:chgData name="Mitchell Wand" userId="de9b44c55c049659" providerId="LiveId" clId="{97F6A37B-697C-4290-A1B5-0CB4BB45D11B}" dt="2024-09-28T19:06:10.714" v="317" actId="20577"/>
          <ac:spMkLst>
            <pc:docMk/>
            <pc:sldMk cId="1300815534" sldId="409"/>
            <ac:spMk id="8" creationId="{22329E01-A0DE-C09A-2300-18E4D14553AF}"/>
          </ac:spMkLst>
        </pc:spChg>
      </pc:sldChg>
      <pc:sldChg chg="modSp mod">
        <pc:chgData name="Mitchell Wand" userId="de9b44c55c049659" providerId="LiveId" clId="{97F6A37B-697C-4290-A1B5-0CB4BB45D11B}" dt="2024-09-29T12:56:37.249" v="2696" actId="20577"/>
        <pc:sldMkLst>
          <pc:docMk/>
          <pc:sldMk cId="2875260270" sldId="410"/>
        </pc:sldMkLst>
        <pc:spChg chg="mod">
          <ac:chgData name="Mitchell Wand" userId="de9b44c55c049659" providerId="LiveId" clId="{97F6A37B-697C-4290-A1B5-0CB4BB45D11B}" dt="2024-09-29T12:56:37.249" v="2696" actId="20577"/>
          <ac:spMkLst>
            <pc:docMk/>
            <pc:sldMk cId="2875260270" sldId="410"/>
            <ac:spMk id="4" creationId="{82A9C48E-EA24-D8A7-AE1A-2AD428607895}"/>
          </ac:spMkLst>
        </pc:spChg>
        <pc:spChg chg="mod">
          <ac:chgData name="Mitchell Wand" userId="de9b44c55c049659" providerId="LiveId" clId="{97F6A37B-697C-4290-A1B5-0CB4BB45D11B}" dt="2024-09-28T19:20:03.301" v="454"/>
          <ac:spMkLst>
            <pc:docMk/>
            <pc:sldMk cId="2875260270" sldId="410"/>
            <ac:spMk id="7" creationId="{5EE925B8-2FA7-1F24-33B0-832E9A2469C0}"/>
          </ac:spMkLst>
        </pc:spChg>
      </pc:sldChg>
      <pc:sldChg chg="modSp mod">
        <pc:chgData name="Mitchell Wand" userId="de9b44c55c049659" providerId="LiveId" clId="{97F6A37B-697C-4290-A1B5-0CB4BB45D11B}" dt="2024-09-28T20:28:47.887" v="657" actId="20577"/>
        <pc:sldMkLst>
          <pc:docMk/>
          <pc:sldMk cId="3178519261" sldId="416"/>
        </pc:sldMkLst>
        <pc:spChg chg="mod">
          <ac:chgData name="Mitchell Wand" userId="de9b44c55c049659" providerId="LiveId" clId="{97F6A37B-697C-4290-A1B5-0CB4BB45D11B}" dt="2024-09-28T20:28:47.887" v="657" actId="20577"/>
          <ac:spMkLst>
            <pc:docMk/>
            <pc:sldMk cId="3178519261" sldId="416"/>
            <ac:spMk id="5" creationId="{648A590C-EAEA-35A2-9F4C-15A8DD29B6BE}"/>
          </ac:spMkLst>
        </pc:spChg>
      </pc:sldChg>
      <pc:sldChg chg="modSp mod">
        <pc:chgData name="Mitchell Wand" userId="de9b44c55c049659" providerId="LiveId" clId="{97F6A37B-697C-4290-A1B5-0CB4BB45D11B}" dt="2024-09-29T11:38:50.962" v="726" actId="20577"/>
        <pc:sldMkLst>
          <pc:docMk/>
          <pc:sldMk cId="3248419483" sldId="421"/>
        </pc:sldMkLst>
        <pc:spChg chg="mod">
          <ac:chgData name="Mitchell Wand" userId="de9b44c55c049659" providerId="LiveId" clId="{97F6A37B-697C-4290-A1B5-0CB4BB45D11B}" dt="2024-09-29T11:38:50.962" v="726" actId="20577"/>
          <ac:spMkLst>
            <pc:docMk/>
            <pc:sldMk cId="3248419483" sldId="421"/>
            <ac:spMk id="3" creationId="{98FC7662-3EE7-92E8-8427-76E9027BE025}"/>
          </ac:spMkLst>
        </pc:spChg>
      </pc:sldChg>
      <pc:sldChg chg="del">
        <pc:chgData name="Mitchell Wand" userId="de9b44c55c049659" providerId="LiveId" clId="{97F6A37B-697C-4290-A1B5-0CB4BB45D11B}" dt="2024-09-29T11:37:27.397" v="663" actId="2696"/>
        <pc:sldMkLst>
          <pc:docMk/>
          <pc:sldMk cId="3918795189" sldId="422"/>
        </pc:sldMkLst>
      </pc:sldChg>
      <pc:sldChg chg="del">
        <pc:chgData name="Mitchell Wand" userId="de9b44c55c049659" providerId="LiveId" clId="{97F6A37B-697C-4290-A1B5-0CB4BB45D11B}" dt="2024-09-29T11:44:15.611" v="749" actId="2696"/>
        <pc:sldMkLst>
          <pc:docMk/>
          <pc:sldMk cId="3756781712" sldId="423"/>
        </pc:sldMkLst>
      </pc:sldChg>
      <pc:sldChg chg="modSp mod">
        <pc:chgData name="Mitchell Wand" userId="de9b44c55c049659" providerId="LiveId" clId="{97F6A37B-697C-4290-A1B5-0CB4BB45D11B}" dt="2024-09-29T11:50:45.417" v="770" actId="14100"/>
        <pc:sldMkLst>
          <pc:docMk/>
          <pc:sldMk cId="3886866829" sldId="424"/>
        </pc:sldMkLst>
        <pc:spChg chg="mod">
          <ac:chgData name="Mitchell Wand" userId="de9b44c55c049659" providerId="LiveId" clId="{97F6A37B-697C-4290-A1B5-0CB4BB45D11B}" dt="2024-09-29T11:46:07.898" v="755" actId="13926"/>
          <ac:spMkLst>
            <pc:docMk/>
            <pc:sldMk cId="3886866829" sldId="424"/>
            <ac:spMk id="4" creationId="{9C19FF8C-A42C-CC34-EA75-79137BA17575}"/>
          </ac:spMkLst>
        </pc:spChg>
        <pc:spChg chg="mod">
          <ac:chgData name="Mitchell Wand" userId="de9b44c55c049659" providerId="LiveId" clId="{97F6A37B-697C-4290-A1B5-0CB4BB45D11B}" dt="2024-09-29T11:50:45.417" v="770" actId="14100"/>
          <ac:spMkLst>
            <pc:docMk/>
            <pc:sldMk cId="3886866829" sldId="424"/>
            <ac:spMk id="5" creationId="{71476609-2237-3E45-225B-93A1772E4FA5}"/>
          </ac:spMkLst>
        </pc:spChg>
      </pc:sldChg>
      <pc:sldChg chg="modSp del mod">
        <pc:chgData name="Mitchell Wand" userId="de9b44c55c049659" providerId="LiveId" clId="{97F6A37B-697C-4290-A1B5-0CB4BB45D11B}" dt="2024-09-28T18:32:02.691" v="93" actId="47"/>
        <pc:sldMkLst>
          <pc:docMk/>
          <pc:sldMk cId="4009855822" sldId="428"/>
        </pc:sldMkLst>
        <pc:spChg chg="mod">
          <ac:chgData name="Mitchell Wand" userId="de9b44c55c049659" providerId="LiveId" clId="{97F6A37B-697C-4290-A1B5-0CB4BB45D11B}" dt="2024-09-28T18:29:48.866" v="53" actId="20577"/>
          <ac:spMkLst>
            <pc:docMk/>
            <pc:sldMk cId="4009855822" sldId="428"/>
            <ac:spMk id="2" creationId="{DE0B8C4F-61BB-84AA-AB6D-424C8C30EDD9}"/>
          </ac:spMkLst>
        </pc:spChg>
      </pc:sldChg>
      <pc:sldChg chg="addSp modSp mod">
        <pc:chgData name="Mitchell Wand" userId="de9b44c55c049659" providerId="LiveId" clId="{97F6A37B-697C-4290-A1B5-0CB4BB45D11B}" dt="2024-09-29T13:01:24.739" v="2809" actId="20577"/>
        <pc:sldMkLst>
          <pc:docMk/>
          <pc:sldMk cId="2918518263" sldId="430"/>
        </pc:sldMkLst>
        <pc:spChg chg="mod">
          <ac:chgData name="Mitchell Wand" userId="de9b44c55c049659" providerId="LiveId" clId="{97F6A37B-697C-4290-A1B5-0CB4BB45D11B}" dt="2024-09-29T13:01:24.739" v="2809" actId="20577"/>
          <ac:spMkLst>
            <pc:docMk/>
            <pc:sldMk cId="2918518263" sldId="430"/>
            <ac:spMk id="2" creationId="{1BC3DCDF-2778-E0E5-1331-9B499E72464D}"/>
          </ac:spMkLst>
        </pc:spChg>
        <pc:spChg chg="mod">
          <ac:chgData name="Mitchell Wand" userId="de9b44c55c049659" providerId="LiveId" clId="{97F6A37B-697C-4290-A1B5-0CB4BB45D11B}" dt="2024-09-28T20:25:20.719" v="637" actId="1076"/>
          <ac:spMkLst>
            <pc:docMk/>
            <pc:sldMk cId="2918518263" sldId="430"/>
            <ac:spMk id="4" creationId="{38A20681-AC1C-154F-001D-174239530F7B}"/>
          </ac:spMkLst>
        </pc:spChg>
        <pc:spChg chg="add mod">
          <ac:chgData name="Mitchell Wand" userId="de9b44c55c049659" providerId="LiveId" clId="{97F6A37B-697C-4290-A1B5-0CB4BB45D11B}" dt="2024-09-29T13:00:37.761" v="2756" actId="207"/>
          <ac:spMkLst>
            <pc:docMk/>
            <pc:sldMk cId="2918518263" sldId="430"/>
            <ac:spMk id="5" creationId="{933251D3-BC7F-D933-DCBD-63E02BFFF12B}"/>
          </ac:spMkLst>
        </pc:spChg>
        <pc:spChg chg="add mod">
          <ac:chgData name="Mitchell Wand" userId="de9b44c55c049659" providerId="LiveId" clId="{97F6A37B-697C-4290-A1B5-0CB4BB45D11B}" dt="2024-09-29T13:00:42.762" v="2757" actId="1076"/>
          <ac:spMkLst>
            <pc:docMk/>
            <pc:sldMk cId="2918518263" sldId="430"/>
            <ac:spMk id="6" creationId="{01568298-CD37-392D-5199-F2CB224B1AFB}"/>
          </ac:spMkLst>
        </pc:spChg>
      </pc:sldChg>
      <pc:sldChg chg="modSp mod">
        <pc:chgData name="Mitchell Wand" userId="de9b44c55c049659" providerId="LiveId" clId="{97F6A37B-697C-4290-A1B5-0CB4BB45D11B}" dt="2024-09-29T12:45:39.565" v="2422" actId="207"/>
        <pc:sldMkLst>
          <pc:docMk/>
          <pc:sldMk cId="2074273268" sldId="431"/>
        </pc:sldMkLst>
        <pc:spChg chg="mod">
          <ac:chgData name="Mitchell Wand" userId="de9b44c55c049659" providerId="LiveId" clId="{97F6A37B-697C-4290-A1B5-0CB4BB45D11B}" dt="2024-09-29T12:45:39.565" v="2422" actId="207"/>
          <ac:spMkLst>
            <pc:docMk/>
            <pc:sldMk cId="2074273268" sldId="431"/>
            <ac:spMk id="3" creationId="{9BEC0C84-159D-289A-AB37-71EDCED09F3D}"/>
          </ac:spMkLst>
        </pc:spChg>
      </pc:sldChg>
      <pc:sldChg chg="del">
        <pc:chgData name="Mitchell Wand" userId="de9b44c55c049659" providerId="LiveId" clId="{97F6A37B-697C-4290-A1B5-0CB4BB45D11B}" dt="2024-09-28T18:17:57.969" v="0" actId="2696"/>
        <pc:sldMkLst>
          <pc:docMk/>
          <pc:sldMk cId="982163746" sldId="432"/>
        </pc:sldMkLst>
      </pc:sldChg>
      <pc:sldChg chg="del">
        <pc:chgData name="Mitchell Wand" userId="de9b44c55c049659" providerId="LiveId" clId="{97F6A37B-697C-4290-A1B5-0CB4BB45D11B}" dt="2024-09-29T12:40:43.822" v="2324" actId="2696"/>
        <pc:sldMkLst>
          <pc:docMk/>
          <pc:sldMk cId="413003471" sldId="434"/>
        </pc:sldMkLst>
      </pc:sldChg>
      <pc:sldChg chg="modSp mod">
        <pc:chgData name="Mitchell Wand" userId="de9b44c55c049659" providerId="LiveId" clId="{97F6A37B-697C-4290-A1B5-0CB4BB45D11B}" dt="2024-09-28T20:31:45.775" v="662" actId="1076"/>
        <pc:sldMkLst>
          <pc:docMk/>
          <pc:sldMk cId="1723044947" sldId="436"/>
        </pc:sldMkLst>
        <pc:spChg chg="mod">
          <ac:chgData name="Mitchell Wand" userId="de9b44c55c049659" providerId="LiveId" clId="{97F6A37B-697C-4290-A1B5-0CB4BB45D11B}" dt="2024-09-28T20:31:45.775" v="662" actId="1076"/>
          <ac:spMkLst>
            <pc:docMk/>
            <pc:sldMk cId="1723044947" sldId="436"/>
            <ac:spMk id="9" creationId="{CCBF80F9-908A-4548-59F0-7C33A786DBE6}"/>
          </ac:spMkLst>
        </pc:spChg>
      </pc:sldChg>
      <pc:sldChg chg="addSp modSp add mod modAnim">
        <pc:chgData name="Mitchell Wand" userId="de9b44c55c049659" providerId="LiveId" clId="{97F6A37B-697C-4290-A1B5-0CB4BB45D11B}" dt="2024-09-29T12:55:28.648" v="2684"/>
        <pc:sldMkLst>
          <pc:docMk/>
          <pc:sldMk cId="3230133504" sldId="439"/>
        </pc:sldMkLst>
        <pc:spChg chg="mod">
          <ac:chgData name="Mitchell Wand" userId="de9b44c55c049659" providerId="LiveId" clId="{97F6A37B-697C-4290-A1B5-0CB4BB45D11B}" dt="2024-09-29T12:52:04.710" v="2580" actId="20577"/>
          <ac:spMkLst>
            <pc:docMk/>
            <pc:sldMk cId="3230133504" sldId="439"/>
            <ac:spMk id="2" creationId="{DE0B8C4F-61BB-84AA-AB6D-424C8C30EDD9}"/>
          </ac:spMkLst>
        </pc:spChg>
        <pc:spChg chg="mod">
          <ac:chgData name="Mitchell Wand" userId="de9b44c55c049659" providerId="LiveId" clId="{97F6A37B-697C-4290-A1B5-0CB4BB45D11B}" dt="2024-09-29T12:52:14.395" v="2581" actId="1076"/>
          <ac:spMkLst>
            <pc:docMk/>
            <pc:sldMk cId="3230133504" sldId="439"/>
            <ac:spMk id="3" creationId="{ADE0A4A4-C242-1F63-A215-2BBB08EB5C99}"/>
          </ac:spMkLst>
        </pc:spChg>
        <pc:spChg chg="add mod">
          <ac:chgData name="Mitchell Wand" userId="de9b44c55c049659" providerId="LiveId" clId="{97F6A37B-697C-4290-A1B5-0CB4BB45D11B}" dt="2024-09-28T18:31:29.339" v="91" actId="20577"/>
          <ac:spMkLst>
            <pc:docMk/>
            <pc:sldMk cId="3230133504" sldId="439"/>
            <ac:spMk id="5" creationId="{C311049F-6336-5CD1-A77B-E82E4C81F095}"/>
          </ac:spMkLst>
        </pc:spChg>
        <pc:spChg chg="mod">
          <ac:chgData name="Mitchell Wand" userId="de9b44c55c049659" providerId="LiveId" clId="{97F6A37B-697C-4290-A1B5-0CB4BB45D11B}" dt="2024-09-28T18:30:18.884" v="54" actId="13926"/>
          <ac:spMkLst>
            <pc:docMk/>
            <pc:sldMk cId="3230133504" sldId="439"/>
            <ac:spMk id="6" creationId="{EF1F3BB2-2BC7-BE36-D551-F7C0BF68C652}"/>
          </ac:spMkLst>
        </pc:spChg>
        <pc:spChg chg="mod">
          <ac:chgData name="Mitchell Wand" userId="de9b44c55c049659" providerId="LiveId" clId="{97F6A37B-697C-4290-A1B5-0CB4BB45D11B}" dt="2024-09-28T18:28:51.409" v="47" actId="1076"/>
          <ac:spMkLst>
            <pc:docMk/>
            <pc:sldMk cId="3230133504" sldId="439"/>
            <ac:spMk id="7" creationId="{80E88B98-44E2-F437-AED9-1D3AF86B50E5}"/>
          </ac:spMkLst>
        </pc:spChg>
        <pc:spChg chg="mod">
          <ac:chgData name="Mitchell Wand" userId="de9b44c55c049659" providerId="LiveId" clId="{97F6A37B-697C-4290-A1B5-0CB4BB45D11B}" dt="2024-09-28T18:28:58.637" v="48" actId="1076"/>
          <ac:spMkLst>
            <pc:docMk/>
            <pc:sldMk cId="3230133504" sldId="439"/>
            <ac:spMk id="8" creationId="{7E4D0137-04F4-5781-9C61-3353F1EA56B6}"/>
          </ac:spMkLst>
        </pc:spChg>
        <pc:spChg chg="add mod">
          <ac:chgData name="Mitchell Wand" userId="de9b44c55c049659" providerId="LiveId" clId="{97F6A37B-697C-4290-A1B5-0CB4BB45D11B}" dt="2024-09-29T12:53:13.080" v="2582"/>
          <ac:spMkLst>
            <pc:docMk/>
            <pc:sldMk cId="3230133504" sldId="439"/>
            <ac:spMk id="9" creationId="{0B01FC30-4B61-1805-7A13-96C66C032CFD}"/>
          </ac:spMkLst>
        </pc:spChg>
        <pc:spChg chg="add mod">
          <ac:chgData name="Mitchell Wand" userId="de9b44c55c049659" providerId="LiveId" clId="{97F6A37B-697C-4290-A1B5-0CB4BB45D11B}" dt="2024-09-29T12:55:15.953" v="2683" actId="5793"/>
          <ac:spMkLst>
            <pc:docMk/>
            <pc:sldMk cId="3230133504" sldId="439"/>
            <ac:spMk id="10" creationId="{E90805E3-E9DC-6877-3655-274D71B10D8A}"/>
          </ac:spMkLst>
        </pc:spChg>
      </pc:sldChg>
      <pc:sldChg chg="addSp delSp modSp add mod">
        <pc:chgData name="Mitchell Wand" userId="de9b44c55c049659" providerId="LiveId" clId="{97F6A37B-697C-4290-A1B5-0CB4BB45D11B}" dt="2024-09-28T19:18:29.008" v="453" actId="13926"/>
        <pc:sldMkLst>
          <pc:docMk/>
          <pc:sldMk cId="3510176777" sldId="440"/>
        </pc:sldMkLst>
        <pc:spChg chg="add mod">
          <ac:chgData name="Mitchell Wand" userId="de9b44c55c049659" providerId="LiveId" clId="{97F6A37B-697C-4290-A1B5-0CB4BB45D11B}" dt="2024-09-28T19:18:29.008" v="453" actId="13926"/>
          <ac:spMkLst>
            <pc:docMk/>
            <pc:sldMk cId="3510176777" sldId="440"/>
            <ac:spMk id="4" creationId="{9EA4E006-25D5-E03A-0B14-A6071231335B}"/>
          </ac:spMkLst>
        </pc:spChg>
        <pc:spChg chg="mod">
          <ac:chgData name="Mitchell Wand" userId="de9b44c55c049659" providerId="LiveId" clId="{97F6A37B-697C-4290-A1B5-0CB4BB45D11B}" dt="2024-09-28T19:17:59.067" v="451" actId="13926"/>
          <ac:spMkLst>
            <pc:docMk/>
            <pc:sldMk cId="3510176777" sldId="440"/>
            <ac:spMk id="5" creationId="{EA395971-F8EE-0339-3040-E89AF057C67A}"/>
          </ac:spMkLst>
        </pc:spChg>
        <pc:spChg chg="del">
          <ac:chgData name="Mitchell Wand" userId="de9b44c55c049659" providerId="LiveId" clId="{97F6A37B-697C-4290-A1B5-0CB4BB45D11B}" dt="2024-09-28T19:10:00.865" v="330" actId="478"/>
          <ac:spMkLst>
            <pc:docMk/>
            <pc:sldMk cId="3510176777" sldId="440"/>
            <ac:spMk id="7" creationId="{B0A0C0BF-058C-D771-52AC-A747548DEE36}"/>
          </ac:spMkLst>
        </pc:spChg>
      </pc:sldChg>
      <pc:sldChg chg="addSp delSp modSp add mod">
        <pc:chgData name="Mitchell Wand" userId="de9b44c55c049659" providerId="LiveId" clId="{97F6A37B-697C-4290-A1B5-0CB4BB45D11B}" dt="2024-09-29T13:01:13.175" v="2790" actId="20577"/>
        <pc:sldMkLst>
          <pc:docMk/>
          <pc:sldMk cId="845014683" sldId="441"/>
        </pc:sldMkLst>
        <pc:spChg chg="mod">
          <ac:chgData name="Mitchell Wand" userId="de9b44c55c049659" providerId="LiveId" clId="{97F6A37B-697C-4290-A1B5-0CB4BB45D11B}" dt="2024-09-29T13:01:13.175" v="2790" actId="20577"/>
          <ac:spMkLst>
            <pc:docMk/>
            <pc:sldMk cId="845014683" sldId="441"/>
            <ac:spMk id="2" creationId="{EF2E17DE-1926-BEE1-9475-D20D8C47DD57}"/>
          </ac:spMkLst>
        </pc:spChg>
        <pc:spChg chg="add mod">
          <ac:chgData name="Mitchell Wand" userId="de9b44c55c049659" providerId="LiveId" clId="{97F6A37B-697C-4290-A1B5-0CB4BB45D11B}" dt="2024-09-29T13:00:25.466" v="2736" actId="207"/>
          <ac:spMkLst>
            <pc:docMk/>
            <pc:sldMk cId="845014683" sldId="441"/>
            <ac:spMk id="4" creationId="{5032C79B-C273-D9E9-9FDD-71FDF4D6AB1F}"/>
          </ac:spMkLst>
        </pc:spChg>
        <pc:spChg chg="del">
          <ac:chgData name="Mitchell Wand" userId="de9b44c55c049659" providerId="LiveId" clId="{97F6A37B-697C-4290-A1B5-0CB4BB45D11B}" dt="2024-09-28T20:13:23.782" v="467" actId="478"/>
          <ac:spMkLst>
            <pc:docMk/>
            <pc:sldMk cId="845014683" sldId="441"/>
            <ac:spMk id="4" creationId="{538D134C-9C56-AD06-B599-8BAAFD7E5333}"/>
          </ac:spMkLst>
        </pc:spChg>
        <pc:spChg chg="del">
          <ac:chgData name="Mitchell Wand" userId="de9b44c55c049659" providerId="LiveId" clId="{97F6A37B-697C-4290-A1B5-0CB4BB45D11B}" dt="2024-09-28T20:13:26.808" v="468" actId="478"/>
          <ac:spMkLst>
            <pc:docMk/>
            <pc:sldMk cId="845014683" sldId="441"/>
            <ac:spMk id="5" creationId="{1EE036FA-D8B3-C86F-93C0-2246C592AAA7}"/>
          </ac:spMkLst>
        </pc:spChg>
        <pc:spChg chg="add mod">
          <ac:chgData name="Mitchell Wand" userId="de9b44c55c049659" providerId="LiveId" clId="{97F6A37B-697C-4290-A1B5-0CB4BB45D11B}" dt="2024-09-29T13:00:49.344" v="2758" actId="1076"/>
          <ac:spMkLst>
            <pc:docMk/>
            <pc:sldMk cId="845014683" sldId="441"/>
            <ac:spMk id="5" creationId="{F2E851EA-7F76-8634-744D-CD4235A71984}"/>
          </ac:spMkLst>
        </pc:spChg>
        <pc:spChg chg="add mod">
          <ac:chgData name="Mitchell Wand" userId="de9b44c55c049659" providerId="LiveId" clId="{97F6A37B-697C-4290-A1B5-0CB4BB45D11B}" dt="2024-09-28T20:20:35.128" v="497"/>
          <ac:spMkLst>
            <pc:docMk/>
            <pc:sldMk cId="845014683" sldId="441"/>
            <ac:spMk id="6" creationId="{53B9895B-9699-AD97-BAF2-AE03A8242EC8}"/>
          </ac:spMkLst>
        </pc:spChg>
        <pc:cxnChg chg="del">
          <ac:chgData name="Mitchell Wand" userId="de9b44c55c049659" providerId="LiveId" clId="{97F6A37B-697C-4290-A1B5-0CB4BB45D11B}" dt="2024-09-28T20:13:28.707" v="469" actId="478"/>
          <ac:cxnSpMkLst>
            <pc:docMk/>
            <pc:sldMk cId="845014683" sldId="441"/>
            <ac:cxnSpMk id="8" creationId="{4A53893B-46A0-9D50-AC5B-E1F398ECB735}"/>
          </ac:cxnSpMkLst>
        </pc:cxnChg>
      </pc:sldChg>
      <pc:sldChg chg="addSp delSp modSp new mod modClrScheme chgLayout">
        <pc:chgData name="Mitchell Wand" userId="de9b44c55c049659" providerId="LiveId" clId="{97F6A37B-697C-4290-A1B5-0CB4BB45D11B}" dt="2024-09-29T11:44:05.432" v="748"/>
        <pc:sldMkLst>
          <pc:docMk/>
          <pc:sldMk cId="2139498976" sldId="442"/>
        </pc:sldMkLst>
        <pc:spChg chg="del mod ord">
          <ac:chgData name="Mitchell Wand" userId="de9b44c55c049659" providerId="LiveId" clId="{97F6A37B-697C-4290-A1B5-0CB4BB45D11B}" dt="2024-09-29T11:42:58.227" v="728" actId="700"/>
          <ac:spMkLst>
            <pc:docMk/>
            <pc:sldMk cId="2139498976" sldId="442"/>
            <ac:spMk id="2" creationId="{CD5BA393-C259-17CE-C558-170F8924CEA7}"/>
          </ac:spMkLst>
        </pc:spChg>
        <pc:spChg chg="del">
          <ac:chgData name="Mitchell Wand" userId="de9b44c55c049659" providerId="LiveId" clId="{97F6A37B-697C-4290-A1B5-0CB4BB45D11B}" dt="2024-09-29T11:42:58.227" v="728" actId="700"/>
          <ac:spMkLst>
            <pc:docMk/>
            <pc:sldMk cId="2139498976" sldId="442"/>
            <ac:spMk id="3" creationId="{E578956A-8C2C-415A-F41A-9F8E1E25A0BC}"/>
          </ac:spMkLst>
        </pc:spChg>
        <pc:spChg chg="mod ord">
          <ac:chgData name="Mitchell Wand" userId="de9b44c55c049659" providerId="LiveId" clId="{97F6A37B-697C-4290-A1B5-0CB4BB45D11B}" dt="2024-09-29T11:42:58.227" v="728" actId="700"/>
          <ac:spMkLst>
            <pc:docMk/>
            <pc:sldMk cId="2139498976" sldId="442"/>
            <ac:spMk id="4" creationId="{70B8467F-F4A0-45BB-A845-66F6FFA3CE4A}"/>
          </ac:spMkLst>
        </pc:spChg>
        <pc:spChg chg="add mod ord">
          <ac:chgData name="Mitchell Wand" userId="de9b44c55c049659" providerId="LiveId" clId="{97F6A37B-697C-4290-A1B5-0CB4BB45D11B}" dt="2024-09-29T11:43:38.862" v="746" actId="20577"/>
          <ac:spMkLst>
            <pc:docMk/>
            <pc:sldMk cId="2139498976" sldId="442"/>
            <ac:spMk id="5" creationId="{0A516187-8E7F-1AFA-DEC3-356B82A2FC2E}"/>
          </ac:spMkLst>
        </pc:spChg>
        <pc:spChg chg="add mod">
          <ac:chgData name="Mitchell Wand" userId="de9b44c55c049659" providerId="LiveId" clId="{97F6A37B-697C-4290-A1B5-0CB4BB45D11B}" dt="2024-09-29T11:44:05.432" v="748"/>
          <ac:spMkLst>
            <pc:docMk/>
            <pc:sldMk cId="2139498976" sldId="442"/>
            <ac:spMk id="6" creationId="{8B8EFFB5-9269-EBC4-4CFE-D72A2DDA5A48}"/>
          </ac:spMkLst>
        </pc:spChg>
      </pc:sldChg>
      <pc:sldChg chg="addSp modSp new mod">
        <pc:chgData name="Mitchell Wand" userId="de9b44c55c049659" providerId="LiveId" clId="{97F6A37B-697C-4290-A1B5-0CB4BB45D11B}" dt="2024-09-29T12:02:09.747" v="1030" actId="14100"/>
        <pc:sldMkLst>
          <pc:docMk/>
          <pc:sldMk cId="1365940729" sldId="443"/>
        </pc:sldMkLst>
        <pc:spChg chg="mod">
          <ac:chgData name="Mitchell Wand" userId="de9b44c55c049659" providerId="LiveId" clId="{97F6A37B-697C-4290-A1B5-0CB4BB45D11B}" dt="2024-09-29T11:53:53.861" v="811"/>
          <ac:spMkLst>
            <pc:docMk/>
            <pc:sldMk cId="1365940729" sldId="443"/>
            <ac:spMk id="2" creationId="{2840AEED-0AC0-B463-F5F5-C37BCE1E4173}"/>
          </ac:spMkLst>
        </pc:spChg>
        <pc:spChg chg="add mod">
          <ac:chgData name="Mitchell Wand" userId="de9b44c55c049659" providerId="LiveId" clId="{97F6A37B-697C-4290-A1B5-0CB4BB45D11B}" dt="2024-09-29T11:54:22.183" v="815" actId="255"/>
          <ac:spMkLst>
            <pc:docMk/>
            <pc:sldMk cId="1365940729" sldId="443"/>
            <ac:spMk id="5" creationId="{F9EE0529-3E67-D3E3-3725-EE5BD7DD0CB6}"/>
          </ac:spMkLst>
        </pc:spChg>
        <pc:spChg chg="add mod">
          <ac:chgData name="Mitchell Wand" userId="de9b44c55c049659" providerId="LiveId" clId="{97F6A37B-697C-4290-A1B5-0CB4BB45D11B}" dt="2024-09-29T11:55:58.875" v="874" actId="207"/>
          <ac:spMkLst>
            <pc:docMk/>
            <pc:sldMk cId="1365940729" sldId="443"/>
            <ac:spMk id="6" creationId="{F088365B-7BF2-B010-8D30-EA8390B05A6F}"/>
          </ac:spMkLst>
        </pc:spChg>
        <pc:spChg chg="add mod">
          <ac:chgData name="Mitchell Wand" userId="de9b44c55c049659" providerId="LiveId" clId="{97F6A37B-697C-4290-A1B5-0CB4BB45D11B}" dt="2024-09-29T11:56:47.970" v="919" actId="207"/>
          <ac:spMkLst>
            <pc:docMk/>
            <pc:sldMk cId="1365940729" sldId="443"/>
            <ac:spMk id="7" creationId="{9495D0C0-602B-4664-8D53-377A9722E730}"/>
          </ac:spMkLst>
        </pc:spChg>
        <pc:spChg chg="add mod">
          <ac:chgData name="Mitchell Wand" userId="de9b44c55c049659" providerId="LiveId" clId="{97F6A37B-697C-4290-A1B5-0CB4BB45D11B}" dt="2024-09-29T11:58:40.203" v="939" actId="14100"/>
          <ac:spMkLst>
            <pc:docMk/>
            <pc:sldMk cId="1365940729" sldId="443"/>
            <ac:spMk id="8" creationId="{9AF3B6A6-789A-0C4B-809F-E097BC41F314}"/>
          </ac:spMkLst>
        </pc:spChg>
        <pc:spChg chg="add mod">
          <ac:chgData name="Mitchell Wand" userId="de9b44c55c049659" providerId="LiveId" clId="{97F6A37B-697C-4290-A1B5-0CB4BB45D11B}" dt="2024-09-29T11:58:54.548" v="948" actId="20577"/>
          <ac:spMkLst>
            <pc:docMk/>
            <pc:sldMk cId="1365940729" sldId="443"/>
            <ac:spMk id="9" creationId="{6C486C67-B9FA-D3EB-FB08-ED610A7D8533}"/>
          </ac:spMkLst>
        </pc:spChg>
        <pc:spChg chg="add mod">
          <ac:chgData name="Mitchell Wand" userId="de9b44c55c049659" providerId="LiveId" clId="{97F6A37B-697C-4290-A1B5-0CB4BB45D11B}" dt="2024-09-29T12:02:09.747" v="1030" actId="14100"/>
          <ac:spMkLst>
            <pc:docMk/>
            <pc:sldMk cId="1365940729" sldId="443"/>
            <ac:spMk id="10" creationId="{01A0F8CD-322D-A93E-6FD2-3801CEA9163F}"/>
          </ac:spMkLst>
        </pc:spChg>
      </pc:sldChg>
      <pc:sldChg chg="addSp delSp modSp new mod">
        <pc:chgData name="Mitchell Wand" userId="de9b44c55c049659" providerId="LiveId" clId="{97F6A37B-697C-4290-A1B5-0CB4BB45D11B}" dt="2024-09-29T12:09:28.767" v="1366" actId="20577"/>
        <pc:sldMkLst>
          <pc:docMk/>
          <pc:sldMk cId="1331777955" sldId="444"/>
        </pc:sldMkLst>
        <pc:spChg chg="mod">
          <ac:chgData name="Mitchell Wand" userId="de9b44c55c049659" providerId="LiveId" clId="{97F6A37B-697C-4290-A1B5-0CB4BB45D11B}" dt="2024-09-29T11:59:30.091" v="969" actId="20577"/>
          <ac:spMkLst>
            <pc:docMk/>
            <pc:sldMk cId="1331777955" sldId="444"/>
            <ac:spMk id="2" creationId="{D2B7D55C-2C5C-AA77-EBEE-787C18F26555}"/>
          </ac:spMkLst>
        </pc:spChg>
        <pc:spChg chg="add mod">
          <ac:chgData name="Mitchell Wand" userId="de9b44c55c049659" providerId="LiveId" clId="{97F6A37B-697C-4290-A1B5-0CB4BB45D11B}" dt="2024-09-29T12:02:59.499" v="1048" actId="13926"/>
          <ac:spMkLst>
            <pc:docMk/>
            <pc:sldMk cId="1331777955" sldId="444"/>
            <ac:spMk id="5" creationId="{E804A824-8409-E432-977A-CAD0040727A4}"/>
          </ac:spMkLst>
        </pc:spChg>
        <pc:spChg chg="add del">
          <ac:chgData name="Mitchell Wand" userId="de9b44c55c049659" providerId="LiveId" clId="{97F6A37B-697C-4290-A1B5-0CB4BB45D11B}" dt="2024-09-29T12:00:18.042" v="975" actId="22"/>
          <ac:spMkLst>
            <pc:docMk/>
            <pc:sldMk cId="1331777955" sldId="444"/>
            <ac:spMk id="7" creationId="{AF6A8984-695F-06EE-E82A-F05D291A6CF9}"/>
          </ac:spMkLst>
        </pc:spChg>
        <pc:spChg chg="add mod">
          <ac:chgData name="Mitchell Wand" userId="de9b44c55c049659" providerId="LiveId" clId="{97F6A37B-697C-4290-A1B5-0CB4BB45D11B}" dt="2024-09-29T12:09:28.767" v="1366" actId="20577"/>
          <ac:spMkLst>
            <pc:docMk/>
            <pc:sldMk cId="1331777955" sldId="444"/>
            <ac:spMk id="8" creationId="{9E391A90-C13D-C595-904C-8B0CBC2EA128}"/>
          </ac:spMkLst>
        </pc:spChg>
        <pc:spChg chg="add mod">
          <ac:chgData name="Mitchell Wand" userId="de9b44c55c049659" providerId="LiveId" clId="{97F6A37B-697C-4290-A1B5-0CB4BB45D11B}" dt="2024-09-29T12:02:48.851" v="1047" actId="20577"/>
          <ac:spMkLst>
            <pc:docMk/>
            <pc:sldMk cId="1331777955" sldId="444"/>
            <ac:spMk id="9" creationId="{B95B3968-9737-7ED4-40B6-C1B09C501078}"/>
          </ac:spMkLst>
        </pc:spChg>
      </pc:sldChg>
      <pc:sldChg chg="addSp delSp modSp new mod">
        <pc:chgData name="Mitchell Wand" userId="de9b44c55c049659" providerId="LiveId" clId="{97F6A37B-697C-4290-A1B5-0CB4BB45D11B}" dt="2024-09-29T12:08:02.462" v="1285" actId="20577"/>
        <pc:sldMkLst>
          <pc:docMk/>
          <pc:sldMk cId="3284592360" sldId="445"/>
        </pc:sldMkLst>
        <pc:spChg chg="mod">
          <ac:chgData name="Mitchell Wand" userId="de9b44c55c049659" providerId="LiveId" clId="{97F6A37B-697C-4290-A1B5-0CB4BB45D11B}" dt="2024-09-29T12:08:02.462" v="1285" actId="20577"/>
          <ac:spMkLst>
            <pc:docMk/>
            <pc:sldMk cId="3284592360" sldId="445"/>
            <ac:spMk id="2" creationId="{1C06E5B2-968B-8BE5-6EBB-493428899CFE}"/>
          </ac:spMkLst>
        </pc:spChg>
        <pc:spChg chg="add del mod">
          <ac:chgData name="Mitchell Wand" userId="de9b44c55c049659" providerId="LiveId" clId="{97F6A37B-697C-4290-A1B5-0CB4BB45D11B}" dt="2024-09-29T12:04:41.773" v="1123" actId="22"/>
          <ac:spMkLst>
            <pc:docMk/>
            <pc:sldMk cId="3284592360" sldId="445"/>
            <ac:spMk id="5" creationId="{077CED89-A8B8-478D-7031-D440D594255D}"/>
          </ac:spMkLst>
        </pc:spChg>
        <pc:spChg chg="add mod">
          <ac:chgData name="Mitchell Wand" userId="de9b44c55c049659" providerId="LiveId" clId="{97F6A37B-697C-4290-A1B5-0CB4BB45D11B}" dt="2024-09-29T12:05:09.111" v="1126" actId="14100"/>
          <ac:spMkLst>
            <pc:docMk/>
            <pc:sldMk cId="3284592360" sldId="445"/>
            <ac:spMk id="7" creationId="{17C9C9FE-FD83-3831-CB99-ED1B49EF6630}"/>
          </ac:spMkLst>
        </pc:spChg>
        <pc:spChg chg="add mod">
          <ac:chgData name="Mitchell Wand" userId="de9b44c55c049659" providerId="LiveId" clId="{97F6A37B-697C-4290-A1B5-0CB4BB45D11B}" dt="2024-09-29T12:07:46.341" v="1245" actId="1076"/>
          <ac:spMkLst>
            <pc:docMk/>
            <pc:sldMk cId="3284592360" sldId="445"/>
            <ac:spMk id="8" creationId="{1C22FD7D-8B41-D8A4-AC14-114D76E4DB6A}"/>
          </ac:spMkLst>
        </pc:spChg>
      </pc:sldChg>
      <pc:sldChg chg="modSp add del mod">
        <pc:chgData name="Mitchell Wand" userId="de9b44c55c049659" providerId="LiveId" clId="{97F6A37B-697C-4290-A1B5-0CB4BB45D11B}" dt="2024-09-29T12:19:26.941" v="1895" actId="2696"/>
        <pc:sldMkLst>
          <pc:docMk/>
          <pc:sldMk cId="3278129737" sldId="446"/>
        </pc:sldMkLst>
        <pc:spChg chg="mod">
          <ac:chgData name="Mitchell Wand" userId="de9b44c55c049659" providerId="LiveId" clId="{97F6A37B-697C-4290-A1B5-0CB4BB45D11B}" dt="2024-09-29T12:06:38.258" v="1221" actId="20577"/>
          <ac:spMkLst>
            <pc:docMk/>
            <pc:sldMk cId="3278129737" sldId="446"/>
            <ac:spMk id="2" creationId="{1C06E5B2-968B-8BE5-6EBB-493428899CFE}"/>
          </ac:spMkLst>
        </pc:spChg>
      </pc:sldChg>
      <pc:sldChg chg="addSp delSp modSp add mod">
        <pc:chgData name="Mitchell Wand" userId="de9b44c55c049659" providerId="LiveId" clId="{97F6A37B-697C-4290-A1B5-0CB4BB45D11B}" dt="2024-09-29T12:18:49.624" v="1892" actId="1076"/>
        <pc:sldMkLst>
          <pc:docMk/>
          <pc:sldMk cId="3549269080" sldId="447"/>
        </pc:sldMkLst>
        <pc:spChg chg="mod">
          <ac:chgData name="Mitchell Wand" userId="de9b44c55c049659" providerId="LiveId" clId="{97F6A37B-697C-4290-A1B5-0CB4BB45D11B}" dt="2024-09-29T12:08:45.489" v="1351" actId="20577"/>
          <ac:spMkLst>
            <pc:docMk/>
            <pc:sldMk cId="3549269080" sldId="447"/>
            <ac:spMk id="2" creationId="{1C06E5B2-968B-8BE5-6EBB-493428899CFE}"/>
          </ac:spMkLst>
        </pc:spChg>
        <pc:spChg chg="add del mod">
          <ac:chgData name="Mitchell Wand" userId="de9b44c55c049659" providerId="LiveId" clId="{97F6A37B-697C-4290-A1B5-0CB4BB45D11B}" dt="2024-09-29T12:18:44.898" v="1891" actId="478"/>
          <ac:spMkLst>
            <pc:docMk/>
            <pc:sldMk cId="3549269080" sldId="447"/>
            <ac:spMk id="4" creationId="{3F8FC4DD-32BB-C98E-10AC-FD76020E25A1}"/>
          </ac:spMkLst>
        </pc:spChg>
        <pc:spChg chg="add mod">
          <ac:chgData name="Mitchell Wand" userId="de9b44c55c049659" providerId="LiveId" clId="{97F6A37B-697C-4290-A1B5-0CB4BB45D11B}" dt="2024-09-29T12:18:49.624" v="1892" actId="1076"/>
          <ac:spMkLst>
            <pc:docMk/>
            <pc:sldMk cId="3549269080" sldId="447"/>
            <ac:spMk id="5" creationId="{96AA6E47-7F30-B2A1-93D9-42C6C35E96FE}"/>
          </ac:spMkLst>
        </pc:spChg>
        <pc:spChg chg="mod">
          <ac:chgData name="Mitchell Wand" userId="de9b44c55c049659" providerId="LiveId" clId="{97F6A37B-697C-4290-A1B5-0CB4BB45D11B}" dt="2024-09-29T12:11:02.269" v="1426" actId="13926"/>
          <ac:spMkLst>
            <pc:docMk/>
            <pc:sldMk cId="3549269080" sldId="447"/>
            <ac:spMk id="7" creationId="{17C9C9FE-FD83-3831-CB99-ED1B49EF6630}"/>
          </ac:spMkLst>
        </pc:spChg>
        <pc:spChg chg="del">
          <ac:chgData name="Mitchell Wand" userId="de9b44c55c049659" providerId="LiveId" clId="{97F6A37B-697C-4290-A1B5-0CB4BB45D11B}" dt="2024-09-29T12:08:48.893" v="1352" actId="478"/>
          <ac:spMkLst>
            <pc:docMk/>
            <pc:sldMk cId="3549269080" sldId="447"/>
            <ac:spMk id="8" creationId="{1C22FD7D-8B41-D8A4-AC14-114D76E4DB6A}"/>
          </ac:spMkLst>
        </pc:spChg>
      </pc:sldChg>
      <pc:sldChg chg="add del">
        <pc:chgData name="Mitchell Wand" userId="de9b44c55c049659" providerId="LiveId" clId="{97F6A37B-697C-4290-A1B5-0CB4BB45D11B}" dt="2024-09-29T12:19:14.873" v="1894" actId="2696"/>
        <pc:sldMkLst>
          <pc:docMk/>
          <pc:sldMk cId="3099640457" sldId="448"/>
        </pc:sldMkLst>
      </pc:sldChg>
      <pc:sldChg chg="addSp delSp modSp add mod">
        <pc:chgData name="Mitchell Wand" userId="de9b44c55c049659" providerId="LiveId" clId="{97F6A37B-697C-4290-A1B5-0CB4BB45D11B}" dt="2024-09-29T12:19:00.058" v="1893" actId="1076"/>
        <pc:sldMkLst>
          <pc:docMk/>
          <pc:sldMk cId="4174240328" sldId="449"/>
        </pc:sldMkLst>
        <pc:spChg chg="mod">
          <ac:chgData name="Mitchell Wand" userId="de9b44c55c049659" providerId="LiveId" clId="{97F6A37B-697C-4290-A1B5-0CB4BB45D11B}" dt="2024-09-29T12:12:41.965" v="1532" actId="20577"/>
          <ac:spMkLst>
            <pc:docMk/>
            <pc:sldMk cId="4174240328" sldId="449"/>
            <ac:spMk id="2" creationId="{1C06E5B2-968B-8BE5-6EBB-493428899CFE}"/>
          </ac:spMkLst>
        </pc:spChg>
        <pc:spChg chg="add del mod">
          <ac:chgData name="Mitchell Wand" userId="de9b44c55c049659" providerId="LiveId" clId="{97F6A37B-697C-4290-A1B5-0CB4BB45D11B}" dt="2024-09-29T12:14:52.139" v="1590" actId="478"/>
          <ac:spMkLst>
            <pc:docMk/>
            <pc:sldMk cId="4174240328" sldId="449"/>
            <ac:spMk id="4" creationId="{8CA5B4A3-B2B5-A567-519E-92D9463F1EF2}"/>
          </ac:spMkLst>
        </pc:spChg>
        <pc:spChg chg="add mod">
          <ac:chgData name="Mitchell Wand" userId="de9b44c55c049659" providerId="LiveId" clId="{97F6A37B-697C-4290-A1B5-0CB4BB45D11B}" dt="2024-09-29T12:19:00.058" v="1893" actId="1076"/>
          <ac:spMkLst>
            <pc:docMk/>
            <pc:sldMk cId="4174240328" sldId="449"/>
            <ac:spMk id="5" creationId="{5616A082-14B3-F28B-262F-78E20974346B}"/>
          </ac:spMkLst>
        </pc:spChg>
        <pc:spChg chg="del">
          <ac:chgData name="Mitchell Wand" userId="de9b44c55c049659" providerId="LiveId" clId="{97F6A37B-697C-4290-A1B5-0CB4BB45D11B}" dt="2024-09-29T12:12:11.930" v="1429" actId="478"/>
          <ac:spMkLst>
            <pc:docMk/>
            <pc:sldMk cId="4174240328" sldId="449"/>
            <ac:spMk id="8" creationId="{1C22FD7D-8B41-D8A4-AC14-114D76E4DB6A}"/>
          </ac:spMkLst>
        </pc:spChg>
      </pc:sldChg>
      <pc:sldChg chg="addSp delSp modSp new mod modClrScheme modAnim chgLayout">
        <pc:chgData name="Mitchell Wand" userId="de9b44c55c049659" providerId="LiveId" clId="{97F6A37B-697C-4290-A1B5-0CB4BB45D11B}" dt="2024-09-29T12:42:31.677" v="2394" actId="20577"/>
        <pc:sldMkLst>
          <pc:docMk/>
          <pc:sldMk cId="1992267118" sldId="450"/>
        </pc:sldMkLst>
        <pc:spChg chg="del mod ord">
          <ac:chgData name="Mitchell Wand" userId="de9b44c55c049659" providerId="LiveId" clId="{97F6A37B-697C-4290-A1B5-0CB4BB45D11B}" dt="2024-09-29T12:35:52.377" v="2279" actId="700"/>
          <ac:spMkLst>
            <pc:docMk/>
            <pc:sldMk cId="1992267118" sldId="450"/>
            <ac:spMk id="2" creationId="{D431F406-764E-C9D7-C27D-E05318F5386F}"/>
          </ac:spMkLst>
        </pc:spChg>
        <pc:spChg chg="del">
          <ac:chgData name="Mitchell Wand" userId="de9b44c55c049659" providerId="LiveId" clId="{97F6A37B-697C-4290-A1B5-0CB4BB45D11B}" dt="2024-09-29T12:35:52.377" v="2279" actId="700"/>
          <ac:spMkLst>
            <pc:docMk/>
            <pc:sldMk cId="1992267118" sldId="450"/>
            <ac:spMk id="3" creationId="{0963812E-27A5-44BB-0343-C26454894EDF}"/>
          </ac:spMkLst>
        </pc:spChg>
        <pc:spChg chg="mod ord">
          <ac:chgData name="Mitchell Wand" userId="de9b44c55c049659" providerId="LiveId" clId="{97F6A37B-697C-4290-A1B5-0CB4BB45D11B}" dt="2024-09-29T12:35:52.377" v="2279" actId="700"/>
          <ac:spMkLst>
            <pc:docMk/>
            <pc:sldMk cId="1992267118" sldId="450"/>
            <ac:spMk id="4" creationId="{801B11DB-AD1C-D8C8-EFB0-78970496B943}"/>
          </ac:spMkLst>
        </pc:spChg>
        <pc:spChg chg="add mod ord">
          <ac:chgData name="Mitchell Wand" userId="de9b44c55c049659" providerId="LiveId" clId="{97F6A37B-697C-4290-A1B5-0CB4BB45D11B}" dt="2024-09-29T12:36:33.423" v="2314" actId="20577"/>
          <ac:spMkLst>
            <pc:docMk/>
            <pc:sldMk cId="1992267118" sldId="450"/>
            <ac:spMk id="5" creationId="{AAEC50C2-F019-2719-9504-174095EE3318}"/>
          </ac:spMkLst>
        </pc:spChg>
        <pc:spChg chg="add mod">
          <ac:chgData name="Mitchell Wand" userId="de9b44c55c049659" providerId="LiveId" clId="{97F6A37B-697C-4290-A1B5-0CB4BB45D11B}" dt="2024-09-29T12:36:26.158" v="2309" actId="14100"/>
          <ac:spMkLst>
            <pc:docMk/>
            <pc:sldMk cId="1992267118" sldId="450"/>
            <ac:spMk id="7" creationId="{8A7CBD44-2419-AD06-BCE7-5C65643C7BDB}"/>
          </ac:spMkLst>
        </pc:spChg>
        <pc:spChg chg="mod">
          <ac:chgData name="Mitchell Wand" userId="de9b44c55c049659" providerId="LiveId" clId="{97F6A37B-697C-4290-A1B5-0CB4BB45D11B}" dt="2024-09-29T12:38:57.780" v="2319"/>
          <ac:spMkLst>
            <pc:docMk/>
            <pc:sldMk cId="1992267118" sldId="450"/>
            <ac:spMk id="9" creationId="{76D98FCF-2FAB-0C4B-7F97-366B090DB02F}"/>
          </ac:spMkLst>
        </pc:spChg>
        <pc:spChg chg="mod">
          <ac:chgData name="Mitchell Wand" userId="de9b44c55c049659" providerId="LiveId" clId="{97F6A37B-697C-4290-A1B5-0CB4BB45D11B}" dt="2024-09-29T12:38:57.780" v="2319"/>
          <ac:spMkLst>
            <pc:docMk/>
            <pc:sldMk cId="1992267118" sldId="450"/>
            <ac:spMk id="12" creationId="{938FE8E1-1AB7-6D63-0AB0-E9047D01024C}"/>
          </ac:spMkLst>
        </pc:spChg>
        <pc:spChg chg="mod">
          <ac:chgData name="Mitchell Wand" userId="de9b44c55c049659" providerId="LiveId" clId="{97F6A37B-697C-4290-A1B5-0CB4BB45D11B}" dt="2024-09-29T12:38:57.780" v="2319"/>
          <ac:spMkLst>
            <pc:docMk/>
            <pc:sldMk cId="1992267118" sldId="450"/>
            <ac:spMk id="15" creationId="{1472FDE2-C182-834C-5578-CF7305B7EC85}"/>
          </ac:spMkLst>
        </pc:spChg>
        <pc:spChg chg="add mod">
          <ac:chgData name="Mitchell Wand" userId="de9b44c55c049659" providerId="LiveId" clId="{97F6A37B-697C-4290-A1B5-0CB4BB45D11B}" dt="2024-09-29T12:42:31.677" v="2394" actId="20577"/>
          <ac:spMkLst>
            <pc:docMk/>
            <pc:sldMk cId="1992267118" sldId="450"/>
            <ac:spMk id="17" creationId="{02E9B292-A2AE-A15A-C4DD-D810DDF77427}"/>
          </ac:spMkLst>
        </pc:spChg>
        <pc:grpChg chg="add mod">
          <ac:chgData name="Mitchell Wand" userId="de9b44c55c049659" providerId="LiveId" clId="{97F6A37B-697C-4290-A1B5-0CB4BB45D11B}" dt="2024-09-29T12:39:31.733" v="2321" actId="1076"/>
          <ac:grpSpMkLst>
            <pc:docMk/>
            <pc:sldMk cId="1992267118" sldId="450"/>
            <ac:grpSpMk id="8" creationId="{61D80F06-A582-655B-22E0-72CA9162CC78}"/>
          </ac:grpSpMkLst>
        </pc:grpChg>
        <pc:grpChg chg="add mod">
          <ac:chgData name="Mitchell Wand" userId="de9b44c55c049659" providerId="LiveId" clId="{97F6A37B-697C-4290-A1B5-0CB4BB45D11B}" dt="2024-09-29T12:39:38.307" v="2322" actId="1076"/>
          <ac:grpSpMkLst>
            <pc:docMk/>
            <pc:sldMk cId="1992267118" sldId="450"/>
            <ac:grpSpMk id="11" creationId="{9246F114-3C66-0BC2-1A78-C3B440F8EE9E}"/>
          </ac:grpSpMkLst>
        </pc:grpChg>
        <pc:grpChg chg="add mod">
          <ac:chgData name="Mitchell Wand" userId="de9b44c55c049659" providerId="LiveId" clId="{97F6A37B-697C-4290-A1B5-0CB4BB45D11B}" dt="2024-09-29T12:39:16.724" v="2320" actId="1076"/>
          <ac:grpSpMkLst>
            <pc:docMk/>
            <pc:sldMk cId="1992267118" sldId="450"/>
            <ac:grpSpMk id="14" creationId="{3CFFFF60-26FB-DF6E-7F25-26933940FFF9}"/>
          </ac:grpSpMkLst>
        </pc:grpChg>
        <pc:cxnChg chg="mod">
          <ac:chgData name="Mitchell Wand" userId="de9b44c55c049659" providerId="LiveId" clId="{97F6A37B-697C-4290-A1B5-0CB4BB45D11B}" dt="2024-09-29T12:38:57.780" v="2319"/>
          <ac:cxnSpMkLst>
            <pc:docMk/>
            <pc:sldMk cId="1992267118" sldId="450"/>
            <ac:cxnSpMk id="10" creationId="{63FBB70A-62F2-8A75-42C9-F6F3CBB0804A}"/>
          </ac:cxnSpMkLst>
        </pc:cxnChg>
        <pc:cxnChg chg="mod">
          <ac:chgData name="Mitchell Wand" userId="de9b44c55c049659" providerId="LiveId" clId="{97F6A37B-697C-4290-A1B5-0CB4BB45D11B}" dt="2024-09-29T12:38:57.780" v="2319"/>
          <ac:cxnSpMkLst>
            <pc:docMk/>
            <pc:sldMk cId="1992267118" sldId="450"/>
            <ac:cxnSpMk id="13" creationId="{B2D1B8A2-CA8B-5EE9-A8BD-C2D0FF573708}"/>
          </ac:cxnSpMkLst>
        </pc:cxnChg>
        <pc:cxnChg chg="mod">
          <ac:chgData name="Mitchell Wand" userId="de9b44c55c049659" providerId="LiveId" clId="{97F6A37B-697C-4290-A1B5-0CB4BB45D11B}" dt="2024-09-29T12:38:57.780" v="2319"/>
          <ac:cxnSpMkLst>
            <pc:docMk/>
            <pc:sldMk cId="1992267118" sldId="450"/>
            <ac:cxnSpMk id="16" creationId="{EB5ED9D2-7679-AD17-26AB-134DAF34D0E8}"/>
          </ac:cxnSpMkLst>
        </pc:cxnChg>
      </pc:sldChg>
      <pc:sldChg chg="add ord modNotes">
        <pc:chgData name="Mitchell Wand" userId="de9b44c55c049659" providerId="LiveId" clId="{97F6A37B-697C-4290-A1B5-0CB4BB45D11B}" dt="2024-09-29T12:43:05.408" v="2396"/>
        <pc:sldMkLst>
          <pc:docMk/>
          <pc:sldMk cId="3754954376" sldId="537"/>
        </pc:sldMkLst>
      </pc:sldChg>
      <pc:sldChg chg="modSp new mod">
        <pc:chgData name="Mitchell Wand" userId="de9b44c55c049659" providerId="LiveId" clId="{97F6A37B-697C-4290-A1B5-0CB4BB45D11B}" dt="2024-09-29T16:06:05.712" v="2830" actId="20577"/>
        <pc:sldMkLst>
          <pc:docMk/>
          <pc:sldMk cId="409711853" sldId="538"/>
        </pc:sldMkLst>
        <pc:spChg chg="mod">
          <ac:chgData name="Mitchell Wand" userId="de9b44c55c049659" providerId="LiveId" clId="{97F6A37B-697C-4290-A1B5-0CB4BB45D11B}" dt="2024-09-29T16:06:05.712" v="2830" actId="20577"/>
          <ac:spMkLst>
            <pc:docMk/>
            <pc:sldMk cId="409711853" sldId="538"/>
            <ac:spMk id="2" creationId="{F5C6FDF5-81CD-4A4A-0A9A-CF58B2A7DAB3}"/>
          </ac:spMkLst>
        </pc:spChg>
      </pc:sldChg>
      <pc:sldChg chg="add del">
        <pc:chgData name="Mitchell Wand" userId="de9b44c55c049659" providerId="LiveId" clId="{97F6A37B-697C-4290-A1B5-0CB4BB45D11B}" dt="2024-09-29T13:00:03.312" v="2708" actId="2696"/>
        <pc:sldMkLst>
          <pc:docMk/>
          <pc:sldMk cId="3990952821" sldId="538"/>
        </pc:sldMkLst>
      </pc:sldChg>
      <pc:sldChg chg="modSp new mod">
        <pc:chgData name="Mitchell Wand" userId="de9b44c55c049659" providerId="LiveId" clId="{97F6A37B-697C-4290-A1B5-0CB4BB45D11B}" dt="2024-09-29T16:06:49.491" v="2858" actId="20577"/>
        <pc:sldMkLst>
          <pc:docMk/>
          <pc:sldMk cId="3589980470" sldId="539"/>
        </pc:sldMkLst>
        <pc:spChg chg="mod">
          <ac:chgData name="Mitchell Wand" userId="de9b44c55c049659" providerId="LiveId" clId="{97F6A37B-697C-4290-A1B5-0CB4BB45D11B}" dt="2024-09-29T16:06:49.491" v="2858" actId="20577"/>
          <ac:spMkLst>
            <pc:docMk/>
            <pc:sldMk cId="3589980470" sldId="539"/>
            <ac:spMk id="2" creationId="{26420DD3-2520-341E-73CC-DBEAAF3A3038}"/>
          </ac:spMkLst>
        </pc:spChg>
      </pc:sldChg>
      <pc:sldChg chg="modSp new mod">
        <pc:chgData name="Mitchell Wand" userId="de9b44c55c049659" providerId="LiveId" clId="{97F6A37B-697C-4290-A1B5-0CB4BB45D11B}" dt="2024-09-29T16:08:18.407" v="2941" actId="20577"/>
        <pc:sldMkLst>
          <pc:docMk/>
          <pc:sldMk cId="2308735133" sldId="540"/>
        </pc:sldMkLst>
        <pc:spChg chg="mod">
          <ac:chgData name="Mitchell Wand" userId="de9b44c55c049659" providerId="LiveId" clId="{97F6A37B-697C-4290-A1B5-0CB4BB45D11B}" dt="2024-09-29T16:08:18.407" v="2941" actId="20577"/>
          <ac:spMkLst>
            <pc:docMk/>
            <pc:sldMk cId="2308735133" sldId="540"/>
            <ac:spMk id="2" creationId="{B15EAF94-963D-F2B7-037D-567B2D0A9AC5}"/>
          </ac:spMkLst>
        </pc:spChg>
      </pc:sldChg>
      <pc:sldMasterChg chg="mod">
        <pc:chgData name="Mitchell Wand" userId="de9b44c55c049659" providerId="LiveId" clId="{97F6A37B-697C-4290-A1B5-0CB4BB45D11B}" dt="2024-10-15T02:04:00.822" v="2943" actId="6014"/>
        <pc:sldMasterMkLst>
          <pc:docMk/>
          <pc:sldMasterMk cId="0" sldId="2147483648"/>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Module09: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imaginary external clock.  Let's look at the different pieces  of the useEffect.</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 real example.  We build a listener.   Then, the first time this component is displayed, we add this listener to the clock, thereby connecting the component.  The rest of the component can see the local time by checking the '</a:t>
            </a:r>
            <a:r>
              <a:rPr lang="en-US" dirty="0" err="1"/>
              <a:t>localTime</a:t>
            </a:r>
            <a:r>
              <a:rPr lang="en-US" dirty="0"/>
              <a:t>' variable.</a:t>
            </a:r>
          </a:p>
          <a:p>
            <a:endParaRPr lang="en-US" dirty="0"/>
          </a:p>
          <a:p>
            <a:r>
              <a:rPr lang="en-US" dirty="0"/>
              <a:t>When the component dismounts, we tell the clock to release the listener.  </a:t>
            </a:r>
          </a:p>
        </p:txBody>
      </p:sp>
    </p:spTree>
    <p:extLst>
      <p:ext uri="{BB962C8B-B14F-4D97-AF65-F5344CB8AC3E}">
        <p14:creationId xmlns:p14="http://schemas.microsoft.com/office/powerpoint/2010/main" val="550864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Let's look at this in action.</a:t>
            </a:r>
          </a:p>
          <a:p>
            <a:r>
              <a:rPr lang="en-US" dirty="0"/>
              <a:t>&lt;Demo&gt; Observe that the clocks agree about the time and they count by themselves.  </a:t>
            </a:r>
          </a:p>
          <a:p>
            <a:endParaRPr lang="en-US" dirty="0"/>
          </a:p>
          <a:p>
            <a:r>
              <a:rPr lang="en-US" dirty="0"/>
              <a:t>Let’s see how this is accomplished.</a:t>
            </a:r>
          </a:p>
        </p:txBody>
      </p:sp>
    </p:spTree>
    <p:extLst>
      <p:ext uri="{BB962C8B-B14F-4D97-AF65-F5344CB8AC3E}">
        <p14:creationId xmlns:p14="http://schemas.microsoft.com/office/powerpoint/2010/main" val="1078673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Our clock will use a listener pattern.   In this version of the pattern, the listener is a function that takes no arguments and returns void.  Presumably calling a listener has some side-effect.  This clock is very bare-bones: it doesn’t even keep track of the time itself: It just calls all its listeners every `interval` milliseconds.</a:t>
            </a:r>
          </a:p>
          <a:p>
            <a:endParaRPr lang="en-US" dirty="0"/>
          </a:p>
          <a:p>
            <a:r>
              <a:rPr lang="en-US" dirty="0"/>
              <a:t>In the OO world, this organization of a listener is sometimes called a “delegate”.</a:t>
            </a:r>
          </a:p>
        </p:txBody>
      </p:sp>
    </p:spTree>
    <p:extLst>
      <p:ext uri="{BB962C8B-B14F-4D97-AF65-F5344CB8AC3E}">
        <p14:creationId xmlns:p14="http://schemas.microsoft.com/office/powerpoint/2010/main" val="18195162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We'll make the clock into a singleton, just like we did in Module 06(?)</a:t>
            </a:r>
          </a:p>
        </p:txBody>
      </p:sp>
    </p:spTree>
    <p:extLst>
      <p:ext uri="{BB962C8B-B14F-4D97-AF65-F5344CB8AC3E}">
        <p14:creationId xmlns:p14="http://schemas.microsoft.com/office/powerpoint/2010/main" val="1041089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ClockDisplay.tsx</a:t>
            </a:r>
            <a:r>
              <a:rPr lang="en-US" dirty="0"/>
              <a:t> now has two parts:  here is the "business logic", where we set up the state variables and the listeners.  (Observe that we have to include props.name in the dependencies of the </a:t>
            </a:r>
            <a:r>
              <a:rPr lang="en-US" dirty="0" err="1"/>
              <a:t>useEffect</a:t>
            </a:r>
            <a:r>
              <a:rPr lang="en-US" dirty="0"/>
              <a:t>, because we use that variable in the console.log messages.  If we didn't have the console.log, we wouldn't need them)</a:t>
            </a:r>
          </a:p>
        </p:txBody>
      </p:sp>
    </p:spTree>
    <p:extLst>
      <p:ext uri="{BB962C8B-B14F-4D97-AF65-F5344CB8AC3E}">
        <p14:creationId xmlns:p14="http://schemas.microsoft.com/office/powerpoint/2010/main" val="3801592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here's the display logic.   We'll see this pattern again.</a:t>
            </a:r>
          </a:p>
        </p:txBody>
      </p:sp>
    </p:spTree>
    <p:extLst>
      <p:ext uri="{BB962C8B-B14F-4D97-AF65-F5344CB8AC3E}">
        <p14:creationId xmlns:p14="http://schemas.microsoft.com/office/powerpoint/2010/main" val="3595689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 went to localhost:3000, started the console with C-S-I, and hit "reload" to get the display from the beginning.</a:t>
            </a:r>
          </a:p>
          <a:p>
            <a:endParaRPr lang="en-US" dirty="0"/>
          </a:p>
          <a:p>
            <a:r>
              <a:rPr lang="en-US" dirty="0"/>
              <a:t>We can't do anything else with this app right now, but we'll come back to it a little later.</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look at the dependency array in more detail.  &lt;read slide&gt;</a:t>
            </a:r>
          </a:p>
        </p:txBody>
      </p:sp>
    </p:spTree>
    <p:extLst>
      <p:ext uri="{BB962C8B-B14F-4D97-AF65-F5344CB8AC3E}">
        <p14:creationId xmlns:p14="http://schemas.microsoft.com/office/powerpoint/2010/main" val="21451257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n and m,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#2N has a dependency array with just n, so it is run only when n changes.</a:t>
            </a:r>
          </a:p>
          <a:p>
            <a:r>
              <a:rPr lang="en-US" dirty="0"/>
              <a:t>useEffect #2M has a dependency array with just m, so it is run only when m changes.</a:t>
            </a:r>
          </a:p>
          <a:p>
            <a:r>
              <a:rPr lang="en-US" dirty="0" err="1"/>
              <a:t>useEffects</a:t>
            </a:r>
            <a:r>
              <a:rPr lang="en-US" dirty="0"/>
              <a:t> #3A, B and C (on next slide) have no second argument, so they are run on every render.  We'll see that these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our old friend </a:t>
            </a:r>
            <a:r>
              <a:rPr lang="en-US" dirty="0" err="1"/>
              <a:t>ClockDisplay</a:t>
            </a:r>
            <a:r>
              <a:rPr lang="en-US" dirty="0"/>
              <a:t>, but this time using </a:t>
            </a:r>
            <a:r>
              <a:rPr lang="en-US" dirty="0" err="1"/>
              <a:t>useClock</a:t>
            </a:r>
            <a:r>
              <a:rPr lang="en-US" dirty="0"/>
              <a:t>.  We take advantage of the fact that </a:t>
            </a:r>
            <a:r>
              <a:rPr lang="en-US" dirty="0" err="1"/>
              <a:t>useClock</a:t>
            </a:r>
            <a:r>
              <a:rPr lang="en-US" dirty="0"/>
              <a:t> returns the clock so that we can refer to </a:t>
            </a:r>
            <a:r>
              <a:rPr lang="en-US" dirty="0" err="1"/>
              <a:t>clock.nListeners</a:t>
            </a:r>
            <a:r>
              <a:rPr lang="en-US" dirty="0"/>
              <a:t>, (or start and stop the clock, if that affordance is available) from the client.   </a:t>
            </a:r>
          </a:p>
          <a:p>
            <a:endParaRPr lang="en-US" dirty="0"/>
          </a:p>
          <a:p>
            <a:r>
              <a:rPr lang="en-US" dirty="0"/>
              <a:t>/** this para only applies if we get starting and stopping working </a:t>
            </a:r>
          </a:p>
          <a:p>
            <a:r>
              <a:rPr lang="en-US" dirty="0"/>
              <a:t>Note that if we have several components (as in </a:t>
            </a:r>
            <a:r>
              <a:rPr lang="en-US" dirty="0" err="1"/>
              <a:t>ArrayOfClocksApp</a:t>
            </a:r>
            <a:r>
              <a:rPr lang="en-US" dirty="0"/>
              <a:t>), stopping or starting the clock in one component will start or stop it in all of them.</a:t>
            </a:r>
          </a:p>
          <a:p>
            <a:r>
              <a:rPr lang="en-US" dirty="0"/>
              <a:t>*/</a:t>
            </a:r>
          </a:p>
          <a:p>
            <a:endParaRPr lang="en-US" dirty="0"/>
          </a:p>
          <a:p>
            <a:r>
              <a:rPr lang="en-US" dirty="0"/>
              <a:t>More complicated hooks might return more complicated objects.  For example, </a:t>
            </a:r>
            <a:r>
              <a:rPr lang="en-US" dirty="0" err="1"/>
              <a:t>covey.town</a:t>
            </a:r>
            <a:r>
              <a:rPr lang="en-US" dirty="0"/>
              <a:t> makes extensive use of a hook called </a:t>
            </a:r>
            <a:r>
              <a:rPr lang="en-US" dirty="0" err="1"/>
              <a:t>useTown</a:t>
            </a:r>
            <a:r>
              <a:rPr lang="en-US" dirty="0"/>
              <a:t> that returns the town in which some component is running.</a:t>
            </a:r>
          </a:p>
        </p:txBody>
      </p:sp>
    </p:spTree>
    <p:extLst>
      <p:ext uri="{BB962C8B-B14F-4D97-AF65-F5344CB8AC3E}">
        <p14:creationId xmlns:p14="http://schemas.microsoft.com/office/powerpoint/2010/main" val="37374996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The example is a snippet from a custom hook in the ip2 starter code: The hook is responsible for retrieving answer-related data from the answer REST service.</a:t>
            </a:r>
          </a:p>
          <a:p>
            <a:pPr marL="0" indent="0">
              <a:buFontTx/>
              <a:buNone/>
            </a:pPr>
            <a:r>
              <a:rPr lang="en-US" dirty="0"/>
              <a:t>This slide shows the state variables used to manage the component where the hook will be used</a:t>
            </a:r>
          </a:p>
          <a:p>
            <a:pPr marL="171450" indent="-171450">
              <a:buFontTx/>
              <a:buChar char="-"/>
            </a:pPr>
            <a:r>
              <a:rPr lang="en-US" dirty="0"/>
              <a:t>Next slide shows how the effect is added to interact with the external answer service</a:t>
            </a:r>
          </a:p>
        </p:txBody>
      </p:sp>
    </p:spTree>
    <p:extLst>
      <p:ext uri="{BB962C8B-B14F-4D97-AF65-F5344CB8AC3E}">
        <p14:creationId xmlns:p14="http://schemas.microsoft.com/office/powerpoint/2010/main" val="2536481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73746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hyperlink" Target="https://docs.cypress.io/api/table-of-contents#Cypress-API"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dirty="0"/>
              <a:t>Adeel Bhutta, Rob Simmons and Mitch Wand</a:t>
            </a:r>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968827" y="1839406"/>
            <a:ext cx="7913915"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'./clock.js'</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ClockClient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connection</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createConnection</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connect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disconnect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135634" y="2655869"/>
            <a:ext cx="2117558"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5335376" y="3943144"/>
            <a:ext cx="3547366"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when component dismounts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687285" y="5227050"/>
            <a:ext cx="2797629" cy="1229003"/>
            <a:chOff x="1687285" y="5227050"/>
            <a:chExt cx="2797629" cy="122900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1949200" y="5227050"/>
              <a:ext cx="790152" cy="61450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B8C4F-61BB-84AA-AB6D-424C8C30EDD9}"/>
              </a:ext>
            </a:extLst>
          </p:cNvPr>
          <p:cNvSpPr>
            <a:spLocks noGrp="1"/>
          </p:cNvSpPr>
          <p:nvPr>
            <p:ph type="title"/>
          </p:nvPr>
        </p:nvSpPr>
        <p:spPr/>
        <p:txBody>
          <a:bodyPr/>
          <a:lstStyle/>
          <a:p>
            <a:r>
              <a:rPr lang="en-US" dirty="0"/>
              <a:t>A real example: a display that connects to a self-ticking clock</a:t>
            </a:r>
          </a:p>
        </p:txBody>
      </p:sp>
      <p:sp>
        <p:nvSpPr>
          <p:cNvPr id="4" name="Slide Number Placeholder 3">
            <a:extLst>
              <a:ext uri="{FF2B5EF4-FFF2-40B4-BE49-F238E27FC236}">
                <a16:creationId xmlns:a16="http://schemas.microsoft.com/office/drawing/2014/main" id="{CFAD03FC-39F4-8B4A-B88C-6563BD8B91F9}"/>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EF1F3BB2-2BC7-BE36-D551-F7C0BF68C652}"/>
              </a:ext>
            </a:extLst>
          </p:cNvPr>
          <p:cNvSpPr txBox="1"/>
          <p:nvPr/>
        </p:nvSpPr>
        <p:spPr>
          <a:xfrm>
            <a:off x="767750" y="1644678"/>
            <a:ext cx="10420709"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a:t>
            </a:r>
          </a:p>
          <a:p>
            <a:r>
              <a:rPr lang="en-US" b="0" dirty="0">
                <a:solidFill>
                  <a:srgbClr val="000000"/>
                </a:solidFill>
                <a:effectLst/>
                <a:latin typeface="Consolas" panose="020B0609020204030204" pitchFamily="49" charset="0"/>
              </a:rPr>
              <a:t>    name: string, key: number,</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clock:IClock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useState(</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 </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setLocalTime</a:t>
            </a:r>
            <a:r>
              <a:rPr lang="en-US" b="0" dirty="0">
                <a:solidFill>
                  <a:srgbClr val="000000"/>
                </a:solidFill>
                <a:effectLst/>
                <a:highlight>
                  <a:srgbClr val="FFFF00"/>
                </a:highligh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 </a:t>
            </a:r>
            <a:r>
              <a:rPr lang="en-US" b="0" dirty="0">
                <a:solidFill>
                  <a:srgbClr val="098658"/>
                </a:solidFill>
                <a:effectLst/>
                <a:highlight>
                  <a:srgbClr val="FFFF00"/>
                </a:highlight>
                <a:latin typeface="Consolas" panose="020B0609020204030204" pitchFamily="49" charset="0"/>
              </a:rPr>
              <a:t>1</a:t>
            </a:r>
            <a:r>
              <a:rPr lang="en-US" b="0" dirty="0">
                <a:solidFill>
                  <a:srgbClr val="000000"/>
                </a:solidFill>
                <a:effectLst/>
                <a:highlight>
                  <a:srgbClr val="FFFF00"/>
                </a:highligh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useEffect(()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endParaRPr lang="en-US" b="0" dirty="0">
              <a:solidFill>
                <a:srgbClr val="000000"/>
              </a:solidFill>
              <a:effectLst/>
              <a:latin typeface="Consolas" panose="020B0609020204030204" pitchFamily="49" charset="0"/>
            </a:endParaRPr>
          </a:p>
        </p:txBody>
      </p:sp>
      <p:sp>
        <p:nvSpPr>
          <p:cNvPr id="7" name="Arrow: Left 6">
            <a:extLst>
              <a:ext uri="{FF2B5EF4-FFF2-40B4-BE49-F238E27FC236}">
                <a16:creationId xmlns:a16="http://schemas.microsoft.com/office/drawing/2014/main" id="{80E88B98-44E2-F437-AED9-1D3AF86B50E5}"/>
              </a:ext>
            </a:extLst>
          </p:cNvPr>
          <p:cNvSpPr/>
          <p:nvPr/>
        </p:nvSpPr>
        <p:spPr>
          <a:xfrm>
            <a:off x="5771037" y="4712945"/>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first render, add this listener to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7E4D0137-04F4-5781-9C61-3353F1EA56B6}"/>
              </a:ext>
            </a:extLst>
          </p:cNvPr>
          <p:cNvSpPr/>
          <p:nvPr/>
        </p:nvSpPr>
        <p:spPr>
          <a:xfrm>
            <a:off x="6371457" y="5301304"/>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dismount, remove the listener.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3" name="Rectangle: Rounded Corners 2">
            <a:extLst>
              <a:ext uri="{FF2B5EF4-FFF2-40B4-BE49-F238E27FC236}">
                <a16:creationId xmlns:a16="http://schemas.microsoft.com/office/drawing/2014/main" id="{ADE0A4A4-C242-1F63-A215-2BBB08EB5C99}"/>
              </a:ext>
            </a:extLst>
          </p:cNvPr>
          <p:cNvSpPr/>
          <p:nvPr/>
        </p:nvSpPr>
        <p:spPr>
          <a:xfrm>
            <a:off x="5431536" y="910299"/>
            <a:ext cx="660745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SimpleClockDisplay.tsx</a:t>
            </a:r>
            <a:endParaRPr lang="en-US" sz="2400" dirty="0">
              <a:solidFill>
                <a:schemeClr val="tx1"/>
              </a:solidFill>
            </a:endParaRPr>
          </a:p>
        </p:txBody>
      </p:sp>
      <p:sp>
        <p:nvSpPr>
          <p:cNvPr id="5" name="Arrow: Left 4">
            <a:extLst>
              <a:ext uri="{FF2B5EF4-FFF2-40B4-BE49-F238E27FC236}">
                <a16:creationId xmlns:a16="http://schemas.microsoft.com/office/drawing/2014/main" id="{C311049F-6336-5CD1-A77B-E82E4C81F095}"/>
              </a:ext>
            </a:extLst>
          </p:cNvPr>
          <p:cNvSpPr/>
          <p:nvPr/>
        </p:nvSpPr>
        <p:spPr>
          <a:xfrm>
            <a:off x="4673104" y="1781820"/>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The parent provides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10" name="Rectangle 9">
            <a:extLst>
              <a:ext uri="{FF2B5EF4-FFF2-40B4-BE49-F238E27FC236}">
                <a16:creationId xmlns:a16="http://schemas.microsoft.com/office/drawing/2014/main" id="{E90805E3-E9DC-6877-3655-274D71B10D8A}"/>
              </a:ext>
            </a:extLst>
          </p:cNvPr>
          <p:cNvSpPr/>
          <p:nvPr/>
        </p:nvSpPr>
        <p:spPr>
          <a:xfrm>
            <a:off x="9653048" y="5467571"/>
            <a:ext cx="2256934"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Display </a:t>
            </a:r>
            <a:r>
              <a:rPr lang="en-US" dirty="0"/>
              <a:t>logic will come later…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2301335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5"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FDBC-B21A-18B1-886D-9F8EDA80D502}"/>
              </a:ext>
            </a:extLst>
          </p:cNvPr>
          <p:cNvSpPr>
            <a:spLocks noGrp="1"/>
          </p:cNvSpPr>
          <p:nvPr>
            <p:ph type="title"/>
          </p:nvPr>
        </p:nvSpPr>
        <p:spPr/>
        <p:txBody>
          <a:bodyPr/>
          <a:lstStyle/>
          <a:p>
            <a:r>
              <a:rPr lang="en-US" dirty="0"/>
              <a:t>Our app will have three displays of the clock</a:t>
            </a:r>
          </a:p>
        </p:txBody>
      </p:sp>
      <p:sp>
        <p:nvSpPr>
          <p:cNvPr id="3" name="Slide Number Placeholder 2">
            <a:extLst>
              <a:ext uri="{FF2B5EF4-FFF2-40B4-BE49-F238E27FC236}">
                <a16:creationId xmlns:a16="http://schemas.microsoft.com/office/drawing/2014/main" id="{3D1FB27E-8A69-3EF9-C5F1-FA9C71ECE48A}"/>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6" name="Rectangle: Rounded Corners 5">
            <a:extLst>
              <a:ext uri="{FF2B5EF4-FFF2-40B4-BE49-F238E27FC236}">
                <a16:creationId xmlns:a16="http://schemas.microsoft.com/office/drawing/2014/main" id="{ABA83B7E-DB88-E05B-D1C2-649804410B6F}"/>
              </a:ext>
            </a:extLst>
          </p:cNvPr>
          <p:cNvSpPr/>
          <p:nvPr/>
        </p:nvSpPr>
        <p:spPr>
          <a:xfrm>
            <a:off x="5543679" y="79055"/>
            <a:ext cx="657355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7" name="TextBox 6">
            <a:extLst>
              <a:ext uri="{FF2B5EF4-FFF2-40B4-BE49-F238E27FC236}">
                <a16:creationId xmlns:a16="http://schemas.microsoft.com/office/drawing/2014/main" id="{88F04AE8-316F-97F7-EBE8-0BD77D64442C}"/>
              </a:ext>
            </a:extLst>
          </p:cNvPr>
          <p:cNvSpPr txBox="1"/>
          <p:nvPr/>
        </p:nvSpPr>
        <p:spPr>
          <a:xfrm>
            <a:off x="838200" y="1525770"/>
            <a:ext cx="12290946" cy="59400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001080"/>
                </a:solidFill>
                <a:effectLst/>
                <a:latin typeface="Consolas" panose="020B0609020204030204" pitchFamily="49" charset="0"/>
              </a:rPr>
              <a:t>Heading</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VStack</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'@chakra-</a:t>
            </a:r>
            <a:r>
              <a:rPr lang="en-US" sz="2000" b="0" dirty="0" err="1">
                <a:solidFill>
                  <a:srgbClr val="A31515"/>
                </a:solidFill>
                <a:effectLst/>
                <a:latin typeface="Consolas" panose="020B0609020204030204" pitchFamily="49" charset="0"/>
              </a:rPr>
              <a:t>ui</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ClockDisplay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ClockDisplay.tsx</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SingletonClockFactory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'../../Classes/</a:t>
            </a:r>
            <a:r>
              <a:rPr lang="en-US" sz="2000" b="0" dirty="0" err="1">
                <a:solidFill>
                  <a:srgbClr val="A31515"/>
                </a:solidFill>
                <a:effectLst/>
                <a:latin typeface="Consolas" panose="020B0609020204030204" pitchFamily="49" charset="0"/>
              </a:rPr>
              <a:t>SingletonClockFactory.ts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App</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SingletonClockFactory</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getInstance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1000</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clock</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start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r>
              <a:rPr lang="en-US" sz="2000" b="0" dirty="0">
                <a:solidFill>
                  <a:srgbClr val="3B3B3B"/>
                </a:solidFill>
                <a:effectLst/>
                <a:latin typeface="Consolas" panose="020B0609020204030204" pitchFamily="49" charset="0"/>
              </a:rPr>
              <a:t>Three Clocks</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A'</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B'</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3</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C'</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a:t>
            </a:r>
          </a:p>
          <a:p>
            <a:pPr>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14362221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AF55-F173-6723-9BF6-CDDFE70A2646}"/>
              </a:ext>
            </a:extLst>
          </p:cNvPr>
          <p:cNvSpPr>
            <a:spLocks noGrp="1"/>
          </p:cNvSpPr>
          <p:nvPr>
            <p:ph type="title"/>
          </p:nvPr>
        </p:nvSpPr>
        <p:spPr/>
        <p:txBody>
          <a:bodyPr/>
          <a:lstStyle/>
          <a:p>
            <a:r>
              <a:rPr lang="en-US" dirty="0"/>
              <a:t>The clock itself is simple</a:t>
            </a:r>
          </a:p>
        </p:txBody>
      </p:sp>
      <p:sp>
        <p:nvSpPr>
          <p:cNvPr id="8" name="Rectangle: Rounded Corners 7">
            <a:extLst>
              <a:ext uri="{FF2B5EF4-FFF2-40B4-BE49-F238E27FC236}">
                <a16:creationId xmlns:a16="http://schemas.microsoft.com/office/drawing/2014/main" id="{22329E01-A0DE-C09A-2300-18E4D14553AF}"/>
              </a:ext>
            </a:extLst>
          </p:cNvPr>
          <p:cNvSpPr/>
          <p:nvPr/>
        </p:nvSpPr>
        <p:spPr>
          <a:xfrm>
            <a:off x="6551629" y="76651"/>
            <a:ext cx="564037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8A851A15-8F17-E96D-B62C-C750B1ABB42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7" name="TextBox 6">
            <a:extLst>
              <a:ext uri="{FF2B5EF4-FFF2-40B4-BE49-F238E27FC236}">
                <a16:creationId xmlns:a16="http://schemas.microsoft.com/office/drawing/2014/main" id="{759DD5C3-135A-2115-0150-5C4F3862E297}"/>
              </a:ext>
            </a:extLst>
          </p:cNvPr>
          <p:cNvSpPr txBox="1"/>
          <p:nvPr/>
        </p:nvSpPr>
        <p:spPr>
          <a:xfrm>
            <a:off x="254668" y="1561773"/>
            <a:ext cx="6945028" cy="581184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008000"/>
                </a:solidFill>
                <a:effectLst/>
                <a:latin typeface="Consolas" panose="020B0609020204030204" pitchFamily="49" charset="0"/>
              </a:rPr>
              <a:t>// the listener does not expect an argument</a:t>
            </a: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Listener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void</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IClock</a:t>
            </a:r>
            <a:r>
              <a:rPr lang="en-US" sz="2000" b="0" dirty="0">
                <a:solidFill>
                  <a:srgbClr val="3B3B3B"/>
                </a:solidFill>
                <a:effectLst/>
                <a:latin typeface="Consolas" panose="020B0609020204030204" pitchFamily="49" charset="0"/>
              </a:rPr>
              <a:t> {</a:t>
            </a:r>
          </a:p>
          <a:p>
            <a:pPr>
              <a:buNone/>
            </a:pPr>
            <a:r>
              <a:rPr lang="en-US" sz="2000" b="0" dirty="0">
                <a:solidFill>
                  <a:srgbClr val="008000"/>
                </a:solidFill>
                <a:effectLst/>
                <a:latin typeface="Consolas" panose="020B0609020204030204" pitchFamily="49" charset="0"/>
              </a:rPr>
              <a:t>// the actual clock state.</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a:t>
            </a:r>
            <a:r>
              <a:rPr lang="en-US" sz="2000" b="0" dirty="0">
                <a:solidFill>
                  <a:srgbClr val="008000"/>
                </a:solidFill>
                <a:effectLst/>
                <a:latin typeface="Consolas" panose="020B0609020204030204" pitchFamily="49" charset="0"/>
              </a:rPr>
              <a:t>/ it runs all the time, but only notifies</a:t>
            </a:r>
          </a:p>
          <a:p>
            <a:pPr>
              <a:buNone/>
            </a:pPr>
            <a:r>
              <a:rPr lang="en-US" sz="2000" dirty="0">
                <a:solidFill>
                  <a:srgbClr val="008000"/>
                </a:solidFill>
                <a:latin typeface="Consolas" panose="020B0609020204030204" pitchFamily="49" charset="0"/>
              </a:rPr>
              <a:t>//</a:t>
            </a:r>
            <a:r>
              <a:rPr lang="en-US" sz="2000" b="0" dirty="0">
                <a:solidFill>
                  <a:srgbClr val="008000"/>
                </a:solidFill>
                <a:effectLst/>
                <a:latin typeface="Consolas" panose="020B0609020204030204" pitchFamily="49" charset="0"/>
              </a:rPr>
              <a:t> listeners when </a:t>
            </a:r>
            <a:r>
              <a:rPr lang="en-US" sz="2000" b="0" dirty="0" err="1">
                <a:solidFill>
                  <a:srgbClr val="008000"/>
                </a:solidFill>
                <a:effectLst/>
                <a:latin typeface="Consolas" panose="020B0609020204030204" pitchFamily="49" charset="0"/>
              </a:rPr>
              <a:t>this._running</a:t>
            </a:r>
            <a:r>
              <a:rPr lang="en-US" sz="2000" b="0" dirty="0">
                <a:solidFill>
                  <a:srgbClr val="008000"/>
                </a:solidFill>
                <a:effectLst/>
                <a:latin typeface="Consolas" panose="020B0609020204030204" pitchFamily="49" charset="0"/>
              </a:rPr>
              <a:t> is true.</a:t>
            </a:r>
          </a:p>
          <a:p>
            <a:pPr>
              <a:buNone/>
            </a:pPr>
            <a:endParaRPr lang="en-US" sz="2000" b="0" dirty="0">
              <a:solidFill>
                <a:srgbClr val="008000"/>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createTimer</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setInterval</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if</a:t>
            </a:r>
            <a:r>
              <a:rPr lang="en-US" sz="2000" b="0" dirty="0">
                <a:solidFill>
                  <a:srgbClr val="3B3B3B"/>
                </a:solidFill>
                <a:effectLst/>
                <a:latin typeface="Consolas" panose="020B0609020204030204" pitchFamily="49" charset="0"/>
              </a:rPr>
              <a:t>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_running</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this</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notifyAll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_interval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endParaRPr lang="en-US" sz="2000" dirty="0">
              <a:solidFill>
                <a:srgbClr val="3B3B3B"/>
              </a:solidFill>
              <a:latin typeface="Consolas" panose="020B0609020204030204" pitchFamily="49" charset="0"/>
            </a:endParaRPr>
          </a:p>
          <a:p>
            <a:pPr>
              <a:lnSpc>
                <a:spcPts val="1425"/>
              </a:lnSpc>
              <a:buNone/>
            </a:pPr>
            <a:r>
              <a:rPr lang="en-US" sz="2000" b="0" dirty="0">
                <a:solidFill>
                  <a:srgbClr val="0000FF"/>
                </a:solidFill>
                <a:effectLst/>
                <a:latin typeface="Consolas" panose="020B0609020204030204" pitchFamily="49" charset="0"/>
              </a:rPr>
              <a:t>  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_running</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boolean</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false</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endParaRPr lang="en-US" sz="20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B84DF5E-58F1-6CFC-CF10-8CE12B101922}"/>
              </a:ext>
            </a:extLst>
          </p:cNvPr>
          <p:cNvSpPr txBox="1"/>
          <p:nvPr/>
        </p:nvSpPr>
        <p:spPr>
          <a:xfrm>
            <a:off x="6387999" y="1561773"/>
            <a:ext cx="6107228"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the arrow-function idiom guarantees</a:t>
            </a:r>
          </a:p>
          <a:p>
            <a:pPr marL="0" marR="0" lvl="0" indent="0" algn="l" defTabSz="914400" rtl="0" eaLnBrk="1" fontAlgn="auto" latinLnBrk="0" hangingPunct="0">
              <a:lnSpc>
                <a:spcPct val="100000"/>
              </a:lnSpc>
              <a:spcBef>
                <a:spcPts val="0"/>
              </a:spcBef>
              <a:spcAft>
                <a:spcPts val="0"/>
              </a:spcAft>
              <a:buClrTx/>
              <a:buSzTx/>
              <a:buFontTx/>
              <a:buNone/>
              <a:tabLst/>
              <a:defRPr/>
            </a:pPr>
            <a:r>
              <a:rPr lang="en-US" sz="2000" dirty="0">
                <a:solidFill>
                  <a:srgbClr val="008000"/>
                </a:solidFill>
                <a:latin typeface="Consolas" panose="020B0609020204030204" pitchFamily="49" charset="0"/>
                <a:ea typeface="Calibri"/>
                <a:cs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that 'this' is bound statically.</a:t>
            </a: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true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stop</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false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constructor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267F99"/>
                </a:solidFill>
                <a:effectLst/>
                <a:uLnTx/>
                <a:uFillTx/>
                <a:latin typeface="Consolas" panose="020B0609020204030204" pitchFamily="49" charset="0"/>
                <a:ea typeface="Calibri"/>
                <a:cs typeface="Calibri"/>
                <a:sym typeface="Calibri"/>
              </a:rPr>
              <a:t>number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_</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createTimer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endParaRPr lang="en-US" dirty="0"/>
          </a:p>
        </p:txBody>
      </p:sp>
    </p:spTree>
    <p:extLst>
      <p:ext uri="{BB962C8B-B14F-4D97-AF65-F5344CB8AC3E}">
        <p14:creationId xmlns:p14="http://schemas.microsoft.com/office/powerpoint/2010/main" val="351017677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A9C48E-EA24-D8A7-AE1A-2AD428607895}"/>
              </a:ext>
            </a:extLst>
          </p:cNvPr>
          <p:cNvSpPr>
            <a:spLocks noGrp="1"/>
          </p:cNvSpPr>
          <p:nvPr>
            <p:ph type="title"/>
          </p:nvPr>
        </p:nvSpPr>
        <p:spPr/>
        <p:txBody>
          <a:bodyPr/>
          <a:lstStyle/>
          <a:p>
            <a:r>
              <a:rPr lang="en-US" dirty="0"/>
              <a:t>And we’ll make the clock a singleton in the usual way</a:t>
            </a:r>
          </a:p>
        </p:txBody>
      </p:sp>
      <p:sp>
        <p:nvSpPr>
          <p:cNvPr id="6" name="TextBox 5">
            <a:extLst>
              <a:ext uri="{FF2B5EF4-FFF2-40B4-BE49-F238E27FC236}">
                <a16:creationId xmlns:a16="http://schemas.microsoft.com/office/drawing/2014/main" id="{F3DCAD49-9D9A-18B5-F6AD-A0EE164A9E39}"/>
              </a:ext>
            </a:extLst>
          </p:cNvPr>
          <p:cNvSpPr txBox="1"/>
          <p:nvPr/>
        </p:nvSpPr>
        <p:spPr>
          <a:xfrm>
            <a:off x="838199" y="1554533"/>
            <a:ext cx="9180443"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instance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interval</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interval</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5EE925B8-2FA7-1F24-33B0-832E9A2469C0}"/>
              </a:ext>
            </a:extLst>
          </p:cNvPr>
          <p:cNvSpPr/>
          <p:nvPr/>
        </p:nvSpPr>
        <p:spPr>
          <a:xfrm>
            <a:off x="6007608" y="838067"/>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2" name="Slide Number Placeholder 1">
            <a:extLst>
              <a:ext uri="{FF2B5EF4-FFF2-40B4-BE49-F238E27FC236}">
                <a16:creationId xmlns:a16="http://schemas.microsoft.com/office/drawing/2014/main" id="{9C7E1D9C-22EE-1503-1333-B43F9642ADCC}"/>
              </a:ext>
            </a:extLst>
          </p:cNvPr>
          <p:cNvSpPr>
            <a:spLocks noGrp="1"/>
          </p:cNvSpPr>
          <p:nvPr>
            <p:ph type="sldNum" sz="quarter" idx="2"/>
          </p:nvPr>
        </p:nvSpPr>
        <p:spPr/>
        <p:txBody>
          <a:bodyPr/>
          <a:lstStyle/>
          <a:p>
            <a:fld id="{86CB4B4D-7CA3-9044-876B-883B54F8677D}" type="slidenum">
              <a:rPr lang="en-US" smtClean="0"/>
              <a:t>9</a:t>
            </a:fld>
            <a:endParaRPr lang="en-US"/>
          </a:p>
        </p:txBody>
      </p:sp>
    </p:spTree>
    <p:extLst>
      <p:ext uri="{BB962C8B-B14F-4D97-AF65-F5344CB8AC3E}">
        <p14:creationId xmlns:p14="http://schemas.microsoft.com/office/powerpoint/2010/main" val="28752602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Now let's look at &lt;</a:t>
            </a:r>
            <a:r>
              <a:rPr lang="en-US" dirty="0" err="1"/>
              <a:t>ClockDisplay</a:t>
            </a:r>
            <a:r>
              <a:rPr lang="en-US" dirty="0"/>
              <a:t>&gt;</a:t>
            </a:r>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ClockDisplay</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ClockDisplayProps</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is 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 is unmounting'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993960" y="66354"/>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14862747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2DA72-4164-6DF9-A64B-471F53374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D69ED-EDAD-88D6-78E0-2B9D26D0F09A}"/>
              </a:ext>
            </a:extLst>
          </p:cNvPr>
          <p:cNvSpPr>
            <a:spLocks noGrp="1"/>
          </p:cNvSpPr>
          <p:nvPr>
            <p:ph type="title"/>
          </p:nvPr>
        </p:nvSpPr>
        <p:spPr/>
        <p:txBody>
          <a:bodyPr/>
          <a:lstStyle/>
          <a:p>
            <a:r>
              <a:rPr lang="en-US" dirty="0"/>
              <a:t>Clock Display: display logic</a:t>
            </a:r>
          </a:p>
        </p:txBody>
      </p:sp>
      <p:sp>
        <p:nvSpPr>
          <p:cNvPr id="3" name="Slide Number Placeholder 2">
            <a:extLst>
              <a:ext uri="{FF2B5EF4-FFF2-40B4-BE49-F238E27FC236}">
                <a16:creationId xmlns:a16="http://schemas.microsoft.com/office/drawing/2014/main" id="{F4716FF7-1638-4DE0-4198-06BD90D4910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5" name="TextBox 4">
            <a:extLst>
              <a:ext uri="{FF2B5EF4-FFF2-40B4-BE49-F238E27FC236}">
                <a16:creationId xmlns:a16="http://schemas.microsoft.com/office/drawing/2014/main" id="{8FEA9F68-AE56-B9EE-FB1E-6B7674024BDA}"/>
              </a:ext>
            </a:extLst>
          </p:cNvPr>
          <p:cNvSpPr txBox="1"/>
          <p:nvPr/>
        </p:nvSpPr>
        <p:spPr>
          <a:xfrm>
            <a:off x="838200" y="1548854"/>
            <a:ext cx="9315734"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Clock: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Time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localTime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err="1">
                <a:solidFill>
                  <a:srgbClr val="3B3B3B"/>
                </a:solidFill>
                <a:effectLst/>
                <a:latin typeface="Consolas" panose="020B0609020204030204" pitchFamily="49" charset="0"/>
              </a:rPr>
              <a:t>nlisteners</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nListeners</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'start'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start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Start</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'stop'</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stop</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Stop</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61475473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SimpleClockDisplayApp</a:t>
            </a:r>
            <a:endParaRPr lang="en-US" dirty="0"/>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12</a:t>
            </a:fld>
            <a:endParaRPr lang="en-US"/>
          </a:p>
        </p:txBody>
      </p:sp>
      <p:pic>
        <p:nvPicPr>
          <p:cNvPr id="7" name="Picture 6">
            <a:extLst>
              <a:ext uri="{FF2B5EF4-FFF2-40B4-BE49-F238E27FC236}">
                <a16:creationId xmlns:a16="http://schemas.microsoft.com/office/drawing/2014/main" id="{74B7CE0B-4FB7-49EE-0CBF-2334B53FF67C}"/>
              </a:ext>
            </a:extLst>
          </p:cNvPr>
          <p:cNvPicPr>
            <a:picLocks noChangeAspect="1"/>
          </p:cNvPicPr>
          <p:nvPr/>
        </p:nvPicPr>
        <p:blipFill>
          <a:blip r:embed="rId3"/>
          <a:stretch>
            <a:fillRect/>
          </a:stretch>
        </p:blipFill>
        <p:spPr>
          <a:xfrm>
            <a:off x="323850" y="447675"/>
            <a:ext cx="11544300" cy="5962650"/>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Array of Clocks Demo</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a:t>
            </a:r>
          </a:p>
          <a:p>
            <a:r>
              <a:rPr lang="en-US" dirty="0"/>
              <a:t>We can use </a:t>
            </a:r>
            <a:r>
              <a:rPr lang="en-US" dirty="0" err="1"/>
              <a:t>ClockDisplay</a:t>
            </a:r>
            <a:r>
              <a:rPr lang="en-US" dirty="0"/>
              <a:t> with a different parent.</a:t>
            </a:r>
          </a:p>
          <a:p>
            <a:r>
              <a:rPr lang="en-US" dirty="0"/>
              <a:t>Go look at the file!</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946711" y="361790"/>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ArrayOfClocks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6" name="Rectangle 5">
            <a:extLst>
              <a:ext uri="{FF2B5EF4-FFF2-40B4-BE49-F238E27FC236}">
                <a16:creationId xmlns:a16="http://schemas.microsoft.com/office/drawing/2014/main" id="{50F437F9-55C5-19FE-2EE7-5337002FCD7F}"/>
              </a:ext>
            </a:extLst>
          </p:cNvPr>
          <p:cNvSpPr/>
          <p:nvPr/>
        </p:nvSpPr>
        <p:spPr>
          <a:xfrm>
            <a:off x="3671248" y="2808747"/>
            <a:ext cx="5199797" cy="1938990"/>
          </a:xfrm>
          <a:prstGeom prst="rect">
            <a:avLst/>
          </a:prstGeom>
          <a:solidFill>
            <a:srgbClr val="FFFFFF"/>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Nope, would require more reorg of </a:t>
            </a:r>
            <a:r>
              <a:rPr kumimoji="0" lang="en-US" sz="2400" b="0" i="0" u="none" strike="noStrike" cap="none" spc="0" normalizeH="0" baseline="0">
                <a:ln>
                  <a:noFill/>
                </a:ln>
                <a:solidFill>
                  <a:srgbClr val="000000"/>
                </a:solidFill>
                <a:effectLst/>
                <a:highlight>
                  <a:srgbClr val="FFFF00"/>
                </a:highlight>
                <a:uFillTx/>
                <a:latin typeface="+mn-lt"/>
                <a:ea typeface="+mn-ea"/>
                <a:cs typeface="+mn-cs"/>
                <a:sym typeface="Calibri"/>
              </a:rPr>
              <a:t>repo tha</a:t>
            </a:r>
            <a:r>
              <a:rPr lang="en-US" sz="2400">
                <a:highlight>
                  <a:srgbClr val="FFFF00"/>
                </a:highlight>
              </a:rPr>
              <a:t>n I can do right now.</a:t>
            </a:r>
            <a:endPar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endParaRPr>
          </a:p>
          <a:p>
            <a:pPr marL="0" marR="0" indent="0" algn="l" defTabSz="914400" rtl="0" fontAlgn="auto" latinLnBrk="0" hangingPunct="0">
              <a:lnSpc>
                <a:spcPct val="100000"/>
              </a:lnSpc>
              <a:spcBef>
                <a:spcPts val="0"/>
              </a:spcBef>
              <a:spcAft>
                <a:spcPts val="0"/>
              </a:spcAft>
              <a:buClrTx/>
              <a:buSzTx/>
              <a:buFontTx/>
              <a:buNone/>
              <a:tabLst/>
            </a:pPr>
            <a:endParaRPr lang="en-US" sz="2400" dirty="0">
              <a:highlight>
                <a:srgbClr val="FFFF00"/>
              </a:highlight>
            </a:endParaRPr>
          </a:p>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Need to do something else here, or else dele</a:t>
            </a:r>
            <a:r>
              <a:rPr kumimoji="0" lang="en-US" sz="1800" b="0" i="0" u="none" strike="noStrike" cap="none" spc="0" normalizeH="0" baseline="0" dirty="0">
                <a:ln>
                  <a:noFill/>
                </a:ln>
                <a:solidFill>
                  <a:srgbClr val="000000"/>
                </a:solidFill>
                <a:effectLst/>
                <a:highlight>
                  <a:srgbClr val="FFFF00"/>
                </a:highlight>
                <a:uFillTx/>
                <a:latin typeface="+mn-lt"/>
                <a:ea typeface="+mn-ea"/>
                <a:cs typeface="+mn-cs"/>
                <a:sym typeface="Calibri"/>
              </a:rPr>
              <a:t>te!!</a:t>
            </a:r>
          </a:p>
        </p:txBody>
      </p:sp>
    </p:spTree>
    <p:extLst>
      <p:ext uri="{BB962C8B-B14F-4D97-AF65-F5344CB8AC3E}">
        <p14:creationId xmlns:p14="http://schemas.microsoft.com/office/powerpoint/2010/main" val="81679102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5" name="Rectangle: Rounded Corners 4">
            <a:extLst>
              <a:ext uri="{FF2B5EF4-FFF2-40B4-BE49-F238E27FC236}">
                <a16:creationId xmlns:a16="http://schemas.microsoft.com/office/drawing/2014/main" id="{648A590C-EAEA-35A2-9F4C-15A8DD29B6BE}"/>
              </a:ext>
            </a:extLst>
          </p:cNvPr>
          <p:cNvSpPr/>
          <p:nvPr/>
        </p:nvSpPr>
        <p:spPr>
          <a:xfrm>
            <a:off x="5837274" y="268524"/>
            <a:ext cx="5798321" cy="858527"/>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/app/Apps/</a:t>
            </a:r>
            <a:r>
              <a:rPr lang="en-US" sz="2400" dirty="0" err="1">
                <a:solidFill>
                  <a:schemeClr val="tx1"/>
                </a:solidFill>
              </a:rPr>
              <a:t>useEffect</a:t>
            </a:r>
            <a:r>
              <a:rPr lang="en-US" sz="2400" dirty="0">
                <a:solidFill>
                  <a:schemeClr val="tx1"/>
                </a:solidFill>
              </a:rPr>
              <a:t>-Demos/</a:t>
            </a:r>
            <a:r>
              <a:rPr lang="en-US" sz="2400" dirty="0" err="1">
                <a:solidFill>
                  <a:schemeClr val="tx1"/>
                </a:solidFill>
              </a:rPr>
              <a:t>useEffect-demo.tsx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81697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200" b="0" dirty="0">
                <a:solidFill>
                  <a:srgbClr val="AF00DB"/>
                </a:solidFill>
                <a:effectLst/>
                <a:latin typeface="Consolas" panose="020B0609020204030204" pitchFamily="49" charset="0"/>
              </a:rPr>
              <a:t>export</a:t>
            </a: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default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a:solidFill>
                  <a:srgbClr val="795E26"/>
                </a:solidFill>
                <a:effectLst/>
                <a:latin typeface="Consolas" panose="020B0609020204030204" pitchFamily="49" charset="0"/>
              </a:rPr>
              <a:t>App</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3B3B3B"/>
                </a:solidFill>
                <a:effectLst/>
                <a:latin typeface="Consolas" panose="020B0609020204030204" pitchFamily="49" charset="0"/>
              </a:rPr>
              <a:t>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 </a:t>
            </a:r>
            <a:r>
              <a:rPr lang="en-US" sz="1200" b="0" dirty="0">
                <a:solidFill>
                  <a:srgbClr val="000000"/>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useState</a:t>
            </a:r>
            <a:r>
              <a:rPr lang="en-US" sz="1200" b="0" dirty="0">
                <a:solidFill>
                  <a:srgbClr val="3B3B3B"/>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3B3B3B"/>
                </a:solidFill>
                <a:effectLst/>
                <a:latin typeface="Consolas" panose="020B0609020204030204" pitchFamily="49" charset="0"/>
              </a:rPr>
              <a:t>);</a:t>
            </a: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only on first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#1 is run only on first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 is run when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#2J is run when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#2IJ is run when either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 or j changes'</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 [</a:t>
            </a:r>
            <a:r>
              <a:rPr lang="en-US" sz="1200" b="0" dirty="0" err="1">
                <a:solidFill>
                  <a:srgbClr val="0070C1"/>
                </a:solidFill>
                <a:effectLst/>
                <a:latin typeface="Consolas" panose="020B0609020204030204" pitchFamily="49" charset="0"/>
              </a:rPr>
              <a:t>i</a:t>
            </a:r>
            <a:r>
              <a:rPr lang="en-US" sz="1200" b="0" dirty="0" err="1">
                <a:solidFill>
                  <a:srgbClr val="3B3B3B"/>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j</a:t>
            </a:r>
            <a:r>
              <a:rPr lang="en-US" sz="1200" b="0" dirty="0">
                <a:solidFill>
                  <a:srgbClr val="3B3B3B"/>
                </a:solidFill>
                <a:effectLst/>
                <a:latin typeface="Consolas" panose="020B0609020204030204" pitchFamily="49" charset="0"/>
              </a:rPr>
              <a:t>]);</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runs on every render</a:t>
            </a:r>
            <a:endParaRPr lang="en-US" sz="1200" b="0" dirty="0">
              <a:solidFill>
                <a:srgbClr val="3B3B3B"/>
              </a:solidFill>
              <a:effectLst/>
              <a:latin typeface="Consolas" panose="020B0609020204030204" pitchFamily="49" charset="0"/>
            </a:endParaRPr>
          </a:p>
          <a:p>
            <a:pPr>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p>
          <a:p>
            <a:pPr>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err="1">
                <a:solidFill>
                  <a:srgbClr val="A31515"/>
                </a:solidFill>
                <a:effectLst/>
                <a:latin typeface="Consolas" panose="020B0609020204030204" pitchFamily="49" charset="0"/>
              </a:rPr>
              <a:t>useEffect</a:t>
            </a:r>
            <a:r>
              <a:rPr lang="en-US" sz="1200" b="0" dirty="0">
                <a:solidFill>
                  <a:srgbClr val="A31515"/>
                </a:solidFill>
                <a:effectLst/>
                <a:latin typeface="Consolas" panose="020B0609020204030204" pitchFamily="49" charset="0"/>
              </a:rPr>
              <a:t> #3 is called on every render'</a:t>
            </a:r>
            <a:r>
              <a:rPr lang="en-US" sz="1200" b="0" dirty="0">
                <a:solidFill>
                  <a:srgbClr val="3B3B3B"/>
                </a:solidFill>
                <a:effectLst/>
                <a:latin typeface="Consolas" panose="020B0609020204030204" pitchFamily="49" charset="0"/>
              </a:rPr>
              <a:t>);</a:t>
            </a:r>
          </a:p>
          <a:p>
            <a:pPr>
              <a:buNone/>
            </a:pPr>
            <a:r>
              <a:rPr lang="en-US" sz="1200" b="0" dirty="0">
                <a:solidFill>
                  <a:srgbClr val="3B3B3B"/>
                </a:solidFill>
                <a:effectLst/>
                <a:latin typeface="Consolas" panose="020B0609020204030204" pitchFamily="49" charset="0"/>
              </a:rPr>
              <a:t>  });</a:t>
            </a:r>
          </a:p>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273211" y="1586164"/>
            <a:ext cx="6097772" cy="476027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onClickI</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a:t>
            </a:r>
            <a:r>
              <a:rPr lang="en-US" sz="1200" b="0" dirty="0" err="1">
                <a:solidFill>
                  <a:srgbClr val="A31515"/>
                </a:solidFill>
                <a:effectLst/>
                <a:latin typeface="Consolas" panose="020B0609020204030204" pitchFamily="49" charset="0"/>
              </a:rPr>
              <a:t>i</a:t>
            </a:r>
            <a:r>
              <a:rPr lang="en-US" sz="1200" b="0" dirty="0">
                <a:solidFill>
                  <a:srgbClr val="A31515"/>
                </a:solidFill>
                <a:effectLst/>
                <a:latin typeface="Consolas" panose="020B0609020204030204" pitchFamily="49" charset="0"/>
              </a:rPr>
              <a:t>!'</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setI</a:t>
            </a:r>
            <a:r>
              <a:rPr lang="en-US" sz="1200" b="0" dirty="0">
                <a:solidFill>
                  <a:srgbClr val="3B3B3B"/>
                </a:solidFill>
                <a:effectLst/>
                <a:latin typeface="Consolas" panose="020B0609020204030204" pitchFamily="49" charset="0"/>
              </a:rPr>
              <a:t>(</a:t>
            </a:r>
            <a:r>
              <a:rPr lang="en-US" sz="1200" b="0" dirty="0" err="1">
                <a:solidFill>
                  <a:srgbClr val="001080"/>
                </a:solidFill>
                <a:effectLst/>
                <a:latin typeface="Consolas" panose="020B0609020204030204" pitchFamily="49" charset="0"/>
              </a:rPr>
              <a:t>lastI</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lastI</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bound variable name doesn't matter, of course</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setI</a:t>
            </a:r>
            <a:r>
              <a:rPr lang="en-US" sz="1200" b="0" dirty="0">
                <a:solidFill>
                  <a:srgbClr val="008000"/>
                </a:solidFill>
                <a:effectLst/>
                <a:latin typeface="Consolas" panose="020B0609020204030204" pitchFamily="49" charset="0"/>
              </a:rPr>
              <a:t>(i+1) is a bug, because value of </a:t>
            </a:r>
            <a:r>
              <a:rPr lang="en-US" sz="1200" b="0" dirty="0" err="1">
                <a:solidFill>
                  <a:srgbClr val="008000"/>
                </a:solidFill>
                <a:effectLst/>
                <a:latin typeface="Consolas" panose="020B0609020204030204" pitchFamily="49" charset="0"/>
              </a:rPr>
              <a:t>i</a:t>
            </a:r>
            <a:r>
              <a:rPr lang="en-US" sz="1200" b="0" dirty="0">
                <a:solidFill>
                  <a:srgbClr val="008000"/>
                </a:solidFill>
                <a:effectLst/>
                <a:latin typeface="Consolas" panose="020B0609020204030204" pitchFamily="49" charset="0"/>
              </a:rPr>
              <a:t> may not </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8000"/>
                </a:solidFill>
                <a:effectLst/>
                <a:latin typeface="Consolas" panose="020B0609020204030204" pitchFamily="49" charset="0"/>
              </a:rPr>
              <a:t>// be current.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function</a:t>
            </a: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onClickJ</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console</a:t>
            </a:r>
            <a:r>
              <a:rPr lang="en-US" sz="1200" b="0" dirty="0">
                <a:solidFill>
                  <a:srgbClr val="3B3B3B"/>
                </a:solidFill>
                <a:effectLst/>
                <a:latin typeface="Consolas" panose="020B0609020204030204" pitchFamily="49" charset="0"/>
              </a:rPr>
              <a:t>.</a:t>
            </a:r>
            <a:r>
              <a:rPr lang="en-US" sz="1200" b="0" dirty="0">
                <a:solidFill>
                  <a:srgbClr val="795E26"/>
                </a:solidFill>
                <a:effectLst/>
                <a:latin typeface="Consolas" panose="020B0609020204030204" pitchFamily="49" charset="0"/>
              </a:rPr>
              <a:t>log</a:t>
            </a:r>
            <a:r>
              <a:rPr lang="en-US" sz="1200" b="0" dirty="0">
                <a:solidFill>
                  <a:srgbClr val="3B3B3B"/>
                </a:solidFill>
                <a:effectLst/>
                <a:latin typeface="Consolas" panose="020B0609020204030204" pitchFamily="49" charset="0"/>
              </a:rPr>
              <a:t>(</a:t>
            </a:r>
            <a:r>
              <a:rPr lang="en-US" sz="1200" b="0" dirty="0">
                <a:solidFill>
                  <a:srgbClr val="A31515"/>
                </a:solidFill>
                <a:effectLst/>
                <a:latin typeface="Consolas" panose="020B0609020204030204" pitchFamily="49" charset="0"/>
              </a:rPr>
              <a:t>'Clicked j!'</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setJ</a:t>
            </a:r>
            <a:r>
              <a:rPr lang="en-US" sz="1200" b="0" dirty="0">
                <a:solidFill>
                  <a:srgbClr val="3B3B3B"/>
                </a:solidFill>
                <a:effectLst/>
                <a:latin typeface="Consolas" panose="020B0609020204030204" pitchFamily="49" charset="0"/>
              </a:rPr>
              <a:t>(</a:t>
            </a:r>
            <a:r>
              <a:rPr lang="en-US" sz="1200" b="0" dirty="0">
                <a:solidFill>
                  <a:srgbClr val="001080"/>
                </a:solidFill>
                <a:effectLst/>
                <a:latin typeface="Consolas" panose="020B0609020204030204" pitchFamily="49" charset="0"/>
              </a:rPr>
              <a:t>j</a:t>
            </a:r>
            <a:r>
              <a:rPr lang="en-US" sz="1200" b="0" dirty="0">
                <a:solidFill>
                  <a:srgbClr val="3B3B3B"/>
                </a:solidFill>
                <a:effectLst/>
                <a:latin typeface="Consolas" panose="020B0609020204030204" pitchFamily="49" charset="0"/>
              </a:rPr>
              <a:t> </a:t>
            </a:r>
            <a:r>
              <a:rPr lang="en-US" sz="1200" b="0" dirty="0">
                <a:solidFill>
                  <a:srgbClr val="0000FF"/>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a:solidFill>
                  <a:srgbClr val="001080"/>
                </a:solidFill>
                <a:effectLst/>
                <a:latin typeface="Consolas" panose="020B0609020204030204" pitchFamily="49" charset="0"/>
              </a:rPr>
              <a:t>j</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1</a:t>
            </a:r>
            <a:r>
              <a:rPr lang="en-US" sz="1200" b="0" dirty="0">
                <a:solidFill>
                  <a:srgbClr val="3B3B3B"/>
                </a:solidFill>
                <a:effectLst/>
                <a:latin typeface="Consolas" panose="020B0609020204030204" pitchFamily="49" charset="0"/>
              </a:rPr>
              <a:t>);</a:t>
            </a: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3B3B3B"/>
                </a:solidFill>
                <a:effectLst/>
                <a:latin typeface="Consolas" panose="020B0609020204030204" pitchFamily="49" charset="0"/>
              </a:rPr>
              <a:t> (</a:t>
            </a: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r>
              <a:rPr lang="en-US" sz="1200" b="0" dirty="0" err="1">
                <a:solidFill>
                  <a:srgbClr val="3B3B3B"/>
                </a:solidFill>
                <a:effectLst/>
                <a:latin typeface="Consolas" panose="020B0609020204030204" pitchFamily="49" charset="0"/>
              </a:rPr>
              <a:t>useEffect</a:t>
            </a:r>
            <a:r>
              <a:rPr lang="en-US" sz="1200" b="0" dirty="0">
                <a:solidFill>
                  <a:srgbClr val="3B3B3B"/>
                </a:solidFill>
                <a:effectLst/>
                <a:latin typeface="Consolas" panose="020B0609020204030204" pitchFamily="49" charset="0"/>
              </a:rPr>
              <a:t> demo #1IJ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Heading</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a:t>
            </a:r>
            <a:r>
              <a:rPr lang="en-US" sz="1200" b="0" dirty="0" err="1">
                <a:solidFill>
                  <a:srgbClr val="3B3B3B"/>
                </a:solidFill>
                <a:effectLst/>
                <a:latin typeface="Consolas" panose="020B0609020204030204" pitchFamily="49" charset="0"/>
              </a:rPr>
              <a:t>i</a:t>
            </a:r>
            <a:r>
              <a:rPr lang="en-US" sz="1200" b="0" dirty="0">
                <a:solidFill>
                  <a:srgbClr val="3B3B3B"/>
                </a:solidFill>
                <a:effectLst/>
                <a:latin typeface="Consolas" panose="020B0609020204030204" pitchFamily="49" charset="0"/>
              </a:rPr>
              <a:t> is </a:t>
            </a:r>
            <a:r>
              <a:rPr lang="en-US" sz="1200" b="0" dirty="0">
                <a:solidFill>
                  <a:srgbClr val="0000FF"/>
                </a:solidFill>
                <a:effectLst/>
                <a:latin typeface="Consolas" panose="020B0609020204030204" pitchFamily="49" charset="0"/>
              </a:rPr>
              <a:t>{</a:t>
            </a:r>
            <a:r>
              <a:rPr lang="en-US" sz="1200" b="0" dirty="0" err="1">
                <a:solidFill>
                  <a:srgbClr val="0070C1"/>
                </a:solidFill>
                <a:effectLst/>
                <a:latin typeface="Consolas" panose="020B0609020204030204" pitchFamily="49" charset="0"/>
              </a:rPr>
              <a:t>i</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onClickI</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a:t>
            </a:r>
            <a:r>
              <a:rPr lang="en-US" sz="1200" b="0" dirty="0" err="1">
                <a:solidFill>
                  <a:srgbClr val="3B3B3B"/>
                </a:solidFill>
                <a:effectLst/>
                <a:latin typeface="Consolas" panose="020B0609020204030204" pitchFamily="49" charset="0"/>
              </a:rPr>
              <a:t>i</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 j is </a:t>
            </a:r>
            <a:r>
              <a:rPr lang="en-US" sz="1200" b="0" dirty="0">
                <a:solidFill>
                  <a:srgbClr val="0000FF"/>
                </a:solidFill>
                <a:effectLst/>
                <a:latin typeface="Consolas" panose="020B0609020204030204" pitchFamily="49" charset="0"/>
              </a:rPr>
              <a:t>{</a:t>
            </a:r>
            <a:r>
              <a:rPr lang="en-US" sz="1200" b="0" dirty="0">
                <a:solidFill>
                  <a:srgbClr val="0070C1"/>
                </a:solidFill>
                <a:effectLst/>
                <a:latin typeface="Consolas" panose="020B0609020204030204" pitchFamily="49" charset="0"/>
              </a:rPr>
              <a:t>j</a:t>
            </a:r>
            <a:r>
              <a:rPr lang="en-US" sz="1200" b="0" dirty="0">
                <a:solidFill>
                  <a:srgbClr val="0000FF"/>
                </a:solidFill>
                <a:effectLst/>
                <a:latin typeface="Consolas" panose="020B0609020204030204" pitchFamily="49" charset="0"/>
              </a:rPr>
              <a:t>}</a:t>
            </a: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Text</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3B3B3B"/>
                </a:solidFill>
                <a:effectLst/>
                <a:latin typeface="Consolas" panose="020B0609020204030204" pitchFamily="49" charset="0"/>
              </a:rPr>
              <a:t> </a:t>
            </a:r>
            <a:r>
              <a:rPr lang="en-US" sz="1200" b="0" dirty="0" err="1">
                <a:solidFill>
                  <a:srgbClr val="E50000"/>
                </a:solidFill>
                <a:effectLst/>
                <a:latin typeface="Consolas" panose="020B0609020204030204" pitchFamily="49" charset="0"/>
              </a:rPr>
              <a:t>onClick</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a:t>
            </a:r>
            <a:r>
              <a:rPr lang="en-US" sz="1200" b="0" dirty="0" err="1">
                <a:solidFill>
                  <a:srgbClr val="795E26"/>
                </a:solidFill>
                <a:effectLst/>
                <a:latin typeface="Consolas" panose="020B0609020204030204" pitchFamily="49" charset="0"/>
              </a:rPr>
              <a:t>onClickJ</a:t>
            </a:r>
            <a:r>
              <a:rPr lang="en-US" sz="1200" b="0" dirty="0">
                <a:solidFill>
                  <a:srgbClr val="0000FF"/>
                </a:solidFill>
                <a:effectLst/>
                <a:latin typeface="Consolas" panose="020B0609020204030204" pitchFamily="49" charset="0"/>
              </a:rPr>
              <a:t>}</a:t>
            </a:r>
            <a:r>
              <a:rPr lang="en-US" sz="1200" b="0" dirty="0">
                <a:solidFill>
                  <a:srgbClr val="800000"/>
                </a:solidFill>
                <a:effectLst/>
                <a:latin typeface="Consolas" panose="020B0609020204030204" pitchFamily="49" charset="0"/>
              </a:rPr>
              <a:t>&gt;</a:t>
            </a:r>
            <a:r>
              <a:rPr lang="en-US" sz="1200" b="0" dirty="0">
                <a:solidFill>
                  <a:srgbClr val="3B3B3B"/>
                </a:solidFill>
                <a:effectLst/>
                <a:latin typeface="Consolas" panose="020B0609020204030204" pitchFamily="49" charset="0"/>
              </a:rPr>
              <a:t>Increment j</a:t>
            </a:r>
            <a:r>
              <a:rPr lang="en-US" sz="1200" b="0" dirty="0">
                <a:solidFill>
                  <a:srgbClr val="800000"/>
                </a:solidFill>
                <a:effectLst/>
                <a:latin typeface="Consolas" panose="020B0609020204030204" pitchFamily="49" charset="0"/>
              </a:rPr>
              <a:t>&lt;/</a:t>
            </a:r>
            <a:r>
              <a:rPr lang="en-US" sz="1200" b="0" dirty="0">
                <a:solidFill>
                  <a:srgbClr val="267F99"/>
                </a:solidFill>
                <a:effectLst/>
                <a:latin typeface="Consolas" panose="020B0609020204030204" pitchFamily="49" charset="0"/>
              </a:rPr>
              <a:t>Button</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r>
              <a:rPr lang="en-US" sz="1200" b="0" dirty="0">
                <a:solidFill>
                  <a:srgbClr val="800000"/>
                </a:solidFill>
                <a:effectLst/>
                <a:latin typeface="Consolas" panose="020B0609020204030204" pitchFamily="49" charset="0"/>
              </a:rPr>
              <a:t>&lt;/</a:t>
            </a:r>
            <a:r>
              <a:rPr lang="en-US" sz="1200" b="0" dirty="0" err="1">
                <a:solidFill>
                  <a:srgbClr val="267F99"/>
                </a:solidFill>
                <a:effectLst/>
                <a:latin typeface="Consolas" panose="020B0609020204030204" pitchFamily="49" charset="0"/>
              </a:rPr>
              <a:t>VStack</a:t>
            </a:r>
            <a:r>
              <a:rPr lang="en-US" sz="1200" b="0" dirty="0">
                <a:solidFill>
                  <a:srgbClr val="800000"/>
                </a:solidFill>
                <a:effectLst/>
                <a:latin typeface="Consolas" panose="020B0609020204030204" pitchFamily="49" charset="0"/>
              </a:rPr>
              <a:t>&gt;</a:t>
            </a:r>
            <a:endParaRPr lang="en-US" sz="1200" b="0" dirty="0">
              <a:solidFill>
                <a:srgbClr val="3B3B3B"/>
              </a:solidFill>
              <a:effectLst/>
              <a:latin typeface="Consolas" panose="020B0609020204030204" pitchFamily="49" charset="0"/>
            </a:endParaRPr>
          </a:p>
          <a:p>
            <a:pPr>
              <a:lnSpc>
                <a:spcPts val="1425"/>
              </a:lnSpc>
              <a:buNone/>
            </a:pPr>
            <a:r>
              <a:rPr lang="en-US" sz="1200" b="0" dirty="0">
                <a:solidFill>
                  <a:srgbClr val="3B3B3B"/>
                </a:solidFill>
                <a:effectLst/>
                <a:latin typeface="Consolas" panose="020B0609020204030204" pitchFamily="49" charset="0"/>
              </a:rPr>
              <a:t>  );</a:t>
            </a:r>
          </a:p>
          <a:p>
            <a:pPr>
              <a:lnSpc>
                <a:spcPts val="1425"/>
              </a:lnSpc>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8" name="Picture 7">
            <a:extLst>
              <a:ext uri="{FF2B5EF4-FFF2-40B4-BE49-F238E27FC236}">
                <a16:creationId xmlns:a16="http://schemas.microsoft.com/office/drawing/2014/main" id="{437F3233-5FE3-35B8-D6D9-A620044C20C9}"/>
              </a:ext>
            </a:extLst>
          </p:cNvPr>
          <p:cNvPicPr>
            <a:picLocks noChangeAspect="1"/>
          </p:cNvPicPr>
          <p:nvPr/>
        </p:nvPicPr>
        <p:blipFill>
          <a:blip r:embed="rId3"/>
          <a:stretch>
            <a:fillRect/>
          </a:stretch>
        </p:blipFill>
        <p:spPr>
          <a:xfrm>
            <a:off x="269913" y="1551404"/>
            <a:ext cx="11497937" cy="2594528"/>
          </a:xfrm>
          <a:prstGeom prst="rect">
            <a:avLst/>
          </a:prstGeom>
        </p:spPr>
      </p:pic>
      <p:pic>
        <p:nvPicPr>
          <p:cNvPr id="10" name="Picture 9">
            <a:extLst>
              <a:ext uri="{FF2B5EF4-FFF2-40B4-BE49-F238E27FC236}">
                <a16:creationId xmlns:a16="http://schemas.microsoft.com/office/drawing/2014/main" id="{C65D8A92-398D-3334-36A1-157C8659F5A6}"/>
              </a:ext>
            </a:extLst>
          </p:cNvPr>
          <p:cNvPicPr>
            <a:picLocks noChangeAspect="1"/>
          </p:cNvPicPr>
          <p:nvPr/>
        </p:nvPicPr>
        <p:blipFill>
          <a:blip r:embed="rId4"/>
          <a:stretch>
            <a:fillRect/>
          </a:stretch>
        </p:blipFill>
        <p:spPr>
          <a:xfrm>
            <a:off x="269912" y="1595726"/>
            <a:ext cx="11497937" cy="3666476"/>
          </a:xfrm>
          <a:prstGeom prst="rect">
            <a:avLst/>
          </a:prstGeom>
        </p:spPr>
      </p:pic>
    </p:spTree>
    <p:extLst>
      <p:ext uri="{BB962C8B-B14F-4D97-AF65-F5344CB8AC3E}">
        <p14:creationId xmlns:p14="http://schemas.microsoft.com/office/powerpoint/2010/main" val="36214538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3221665" y="361790"/>
            <a:ext cx="813213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613EF29-55BA-68FB-007B-53F0516E6CDF}"/>
              </a:ext>
            </a:extLst>
          </p:cNvPr>
          <p:cNvSpPr>
            <a:spLocks noGrp="1"/>
          </p:cNvSpPr>
          <p:nvPr>
            <p:ph type="title"/>
          </p:nvPr>
        </p:nvSpPr>
        <p:spPr/>
        <p:txBody>
          <a:bodyPr/>
          <a:lstStyle/>
          <a:p>
            <a:r>
              <a:rPr lang="en-US" dirty="0"/>
              <a:t>useEffect and </a:t>
            </a:r>
            <a:r>
              <a:rPr lang="en-US" dirty="0" err="1"/>
              <a:t>and</a:t>
            </a:r>
            <a:r>
              <a:rPr lang="en-US" dirty="0"/>
              <a:t> fetch working together</a:t>
            </a:r>
          </a:p>
        </p:txBody>
      </p:sp>
      <p:sp>
        <p:nvSpPr>
          <p:cNvPr id="4" name="Slide Number Placeholder 3">
            <a:extLst>
              <a:ext uri="{FF2B5EF4-FFF2-40B4-BE49-F238E27FC236}">
                <a16:creationId xmlns:a16="http://schemas.microsoft.com/office/drawing/2014/main" id="{5A193A15-23C9-ED38-93A4-8B89643619B8}"/>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21</a:t>
            </a:fld>
            <a:endParaRPr lang="en-US"/>
          </a:p>
        </p:txBody>
      </p:sp>
      <p:sp>
        <p:nvSpPr>
          <p:cNvPr id="7" name="TextBox 6">
            <a:extLst>
              <a:ext uri="{FF2B5EF4-FFF2-40B4-BE49-F238E27FC236}">
                <a16:creationId xmlns:a16="http://schemas.microsoft.com/office/drawing/2014/main" id="{47521E0D-5EC0-AC3B-DCCE-4D328675A86C}"/>
              </a:ext>
            </a:extLst>
          </p:cNvPr>
          <p:cNvSpPr txBox="1"/>
          <p:nvPr/>
        </p:nvSpPr>
        <p:spPr>
          <a:xfrm>
            <a:off x="1408922" y="1443636"/>
            <a:ext cx="9479795" cy="54168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solidFill>
                  <a:srgbClr val="3B3B3B"/>
                </a:solidFill>
                <a:latin typeface="Consolas" panose="020B0609020204030204" pitchFamily="49" charset="0"/>
              </a:rPr>
              <a:t>  </a:t>
            </a:r>
            <a:r>
              <a:rPr lang="en-US" sz="1600" dirty="0">
                <a:solidFill>
                  <a:srgbClr val="008000"/>
                </a:solidFill>
                <a:latin typeface="Consolas" panose="020B0609020204030204" pitchFamily="49" charset="0"/>
              </a:rPr>
              <a:t>// the value of </a:t>
            </a:r>
            <a:r>
              <a:rPr lang="en-US" sz="1600" dirty="0" err="1">
                <a:solidFill>
                  <a:srgbClr val="008000"/>
                </a:solidFill>
                <a:latin typeface="Consolas" panose="020B0609020204030204" pitchFamily="49" charset="0"/>
              </a:rPr>
              <a:t>globalCount</a:t>
            </a:r>
            <a:r>
              <a:rPr lang="en-US" sz="1600" dirty="0">
                <a:solidFill>
                  <a:srgbClr val="008000"/>
                </a:solidFill>
                <a:latin typeface="Consolas" panose="020B0609020204030204" pitchFamily="49" charset="0"/>
              </a:rPr>
              <a:t> will be passed to the children</a:t>
            </a:r>
          </a:p>
          <a:p>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globalCount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sumLocalCounts</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setLocalCountB</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when either local count changes, </a:t>
            </a:r>
            <a:r>
              <a:rPr lang="en-US" sz="1600" b="0" dirty="0" err="1">
                <a:solidFill>
                  <a:srgbClr val="008000"/>
                </a:solidFill>
                <a:effectLst/>
                <a:latin typeface="Consolas" panose="020B0609020204030204" pitchFamily="49" charset="0"/>
              </a:rPr>
              <a:t>recalulate</a:t>
            </a:r>
            <a:r>
              <a:rPr lang="en-US" sz="1600" b="0" dirty="0">
                <a:solidFill>
                  <a:srgbClr val="008000"/>
                </a:solidFill>
                <a:effectLst/>
                <a:latin typeface="Consolas" panose="020B0609020204030204" pitchFamily="49" charset="0"/>
              </a:rPr>
              <a:t> the sum</a:t>
            </a: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useEffect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"recalculating"</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localCountB</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response</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json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sum</a:t>
            </a:r>
            <a:r>
              <a:rPr lang="en-US" sz="1600" b="0" dirty="0" err="1">
                <a:solidFill>
                  <a:srgbClr val="3B3B3B"/>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816649589"/>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516187-8E7F-1AFA-DEC3-356B82A2FC2E}"/>
              </a:ext>
            </a:extLst>
          </p:cNvPr>
          <p:cNvSpPr>
            <a:spLocks noGrp="1"/>
          </p:cNvSpPr>
          <p:nvPr>
            <p:ph type="title"/>
          </p:nvPr>
        </p:nvSpPr>
        <p:spPr/>
        <p:txBody>
          <a:bodyPr/>
          <a:lstStyle/>
          <a:p>
            <a:r>
              <a:rPr lang="en-US" dirty="0"/>
              <a:t>Example: </a:t>
            </a:r>
            <a:r>
              <a:rPr lang="en-US" dirty="0" err="1"/>
              <a:t>useClock</a:t>
            </a:r>
            <a:endParaRPr lang="en-US" dirty="0"/>
          </a:p>
        </p:txBody>
      </p:sp>
      <p:sp>
        <p:nvSpPr>
          <p:cNvPr id="4" name="Slide Number Placeholder 3">
            <a:extLst>
              <a:ext uri="{FF2B5EF4-FFF2-40B4-BE49-F238E27FC236}">
                <a16:creationId xmlns:a16="http://schemas.microsoft.com/office/drawing/2014/main" id="{70B8467F-F4A0-45BB-A845-66F6FFA3CE4A}"/>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3" name="TextBox 2">
            <a:extLst>
              <a:ext uri="{FF2B5EF4-FFF2-40B4-BE49-F238E27FC236}">
                <a16:creationId xmlns:a16="http://schemas.microsoft.com/office/drawing/2014/main" id="{03FE4563-AF59-FD3C-5A90-9A8E5AA00999}"/>
              </a:ext>
            </a:extLst>
          </p:cNvPr>
          <p:cNvSpPr txBox="1"/>
          <p:nvPr/>
        </p:nvSpPr>
        <p:spPr>
          <a:xfrm>
            <a:off x="838200" y="1493869"/>
            <a:ext cx="10653215"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SingletonClockFactory</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'../Classes/</a:t>
            </a:r>
            <a:r>
              <a:rPr lang="en-US" b="0" dirty="0" err="1">
                <a:solidFill>
                  <a:srgbClr val="A31515"/>
                </a:solidFill>
                <a:effectLst/>
                <a:latin typeface="Consolas" panose="020B0609020204030204" pitchFamily="49" charset="0"/>
              </a:rPr>
              <a:t>SingletonClockFactory.ts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type</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IClock</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'../Interfaces/</a:t>
            </a:r>
            <a:r>
              <a:rPr lang="en-US" b="0" dirty="0" err="1">
                <a:solidFill>
                  <a:srgbClr val="A31515"/>
                </a:solidFill>
                <a:effectLst/>
                <a:latin typeface="Consolas" panose="020B0609020204030204" pitchFamily="49" charset="0"/>
              </a:rPr>
              <a:t>IClock.ts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takes a listener function as an argument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returns the clock object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useClock</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3B3B3B"/>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getInstance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1000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3BB2A20B-EA8D-6A18-AAE1-5B63675B5391}"/>
              </a:ext>
            </a:extLst>
          </p:cNvPr>
          <p:cNvSpPr/>
          <p:nvPr/>
        </p:nvSpPr>
        <p:spPr>
          <a:xfrm>
            <a:off x="8138348" y="482380"/>
            <a:ext cx="335306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/Hooks/</a:t>
            </a:r>
            <a:r>
              <a:rPr lang="en-US" sz="2400" dirty="0" err="1">
                <a:solidFill>
                  <a:schemeClr val="tx1"/>
                </a:solidFill>
              </a:rPr>
              <a:t>useClock.ts</a:t>
            </a:r>
            <a:endParaRPr lang="en-US" sz="2400" dirty="0">
              <a:solidFill>
                <a:schemeClr val="tx1"/>
              </a:solidFill>
            </a:endParaRPr>
          </a:p>
        </p:txBody>
      </p:sp>
    </p:spTree>
    <p:extLst>
      <p:ext uri="{BB962C8B-B14F-4D97-AF65-F5344CB8AC3E}">
        <p14:creationId xmlns:p14="http://schemas.microsoft.com/office/powerpoint/2010/main" val="213949897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5F36-2BCE-424A-097C-E22D0214BD0F}"/>
              </a:ext>
            </a:extLst>
          </p:cNvPr>
          <p:cNvSpPr>
            <a:spLocks noGrp="1"/>
          </p:cNvSpPr>
          <p:nvPr>
            <p:ph type="title"/>
          </p:nvPr>
        </p:nvSpPr>
        <p:spPr/>
        <p:txBody>
          <a:bodyPr/>
          <a:lstStyle/>
          <a:p>
            <a:r>
              <a:rPr lang="en-US" dirty="0"/>
              <a:t>Using </a:t>
            </a:r>
            <a:r>
              <a:rPr lang="en-US" dirty="0" err="1"/>
              <a:t>useClock</a:t>
            </a:r>
            <a:endParaRPr lang="en-US" dirty="0"/>
          </a:p>
        </p:txBody>
      </p:sp>
      <p:sp>
        <p:nvSpPr>
          <p:cNvPr id="4" name="TextBox 3">
            <a:extLst>
              <a:ext uri="{FF2B5EF4-FFF2-40B4-BE49-F238E27FC236}">
                <a16:creationId xmlns:a16="http://schemas.microsoft.com/office/drawing/2014/main" id="{9C19FF8C-A42C-CC34-EA75-79137BA17575}"/>
              </a:ext>
            </a:extLst>
          </p:cNvPr>
          <p:cNvSpPr txBox="1"/>
          <p:nvPr/>
        </p:nvSpPr>
        <p:spPr>
          <a:xfrm>
            <a:off x="922021" y="1325563"/>
            <a:ext cx="11370532" cy="547842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AF00DB"/>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1080"/>
                </a:solidFill>
                <a:effectLst/>
                <a:latin typeface="Consolas" panose="020B0609020204030204" pitchFamily="49" charset="0"/>
              </a:rPr>
              <a:t>useClock</a:t>
            </a:r>
            <a:r>
              <a:rPr lang="en-US" sz="1400" b="0" dirty="0">
                <a:solidFill>
                  <a:srgbClr val="000000"/>
                </a:solidFill>
                <a:effectLst/>
                <a:latin typeface="Consolas" panose="020B0609020204030204" pitchFamily="49" charset="0"/>
              </a:rPr>
              <a:t> } </a:t>
            </a:r>
            <a:r>
              <a:rPr lang="en-US" sz="1400" b="0" dirty="0">
                <a:solidFill>
                  <a:srgbClr val="AF00DB"/>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'../Hooks/</a:t>
            </a:r>
            <a:r>
              <a:rPr lang="en-US" sz="1400" b="0" dirty="0" err="1">
                <a:solidFill>
                  <a:srgbClr val="A31515"/>
                </a:solidFill>
                <a:effectLst/>
                <a:latin typeface="Consolas" panose="020B0609020204030204" pitchFamily="49" charset="0"/>
              </a:rPr>
              <a:t>useClock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ClockDisplay</a:t>
            </a:r>
            <a:r>
              <a:rPr lang="en-US" sz="1400" b="0" dirty="0">
                <a:solidFill>
                  <a:srgbClr val="000000"/>
                </a:solidFill>
                <a:effectLst/>
                <a:latin typeface="Consolas" panose="020B0609020204030204" pitchFamily="49" charset="0"/>
              </a:rPr>
              <a:t>(props: {</a:t>
            </a:r>
          </a:p>
          <a:p>
            <a:r>
              <a:rPr lang="en-US" sz="1400" b="0" dirty="0">
                <a:solidFill>
                  <a:srgbClr val="000000"/>
                </a:solidFill>
                <a:effectLst/>
                <a:latin typeface="Consolas" panose="020B0609020204030204" pitchFamily="49" charset="0"/>
              </a:rPr>
              <a:t>    name: string, key: number,</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noisyDelete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boolean</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 = useState(</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incrementLocalTime</a:t>
            </a:r>
            <a:r>
              <a:rPr lang="en-US" sz="1400" b="0" dirty="0">
                <a:solidFill>
                  <a:srgbClr val="000000"/>
                </a:solidFill>
                <a:effectLst/>
                <a:latin typeface="Consolas" panose="020B0609020204030204" pitchFamily="49" charset="0"/>
              </a:rPr>
              <a:t> =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clock:IClock</a:t>
            </a:r>
            <a:r>
              <a:rPr lang="en-US" sz="1400" b="0" dirty="0">
                <a:solidFill>
                  <a:srgbClr val="000000"/>
                </a:solidFill>
                <a:effectLst/>
                <a:highlight>
                  <a:srgbClr val="FFFF00"/>
                </a:highlight>
                <a:latin typeface="Consolas" panose="020B0609020204030204" pitchFamily="49" charset="0"/>
              </a:rPr>
              <a:t> </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useClock</a:t>
            </a:r>
            <a:r>
              <a:rPr lang="en-US" sz="1400" b="0" dirty="0">
                <a:solidFill>
                  <a:srgbClr val="000000"/>
                </a:solidFill>
                <a:effectLst/>
                <a:highlight>
                  <a:srgbClr val="FFFF00"/>
                </a:highligh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incrementLocalTime</a:t>
            </a:r>
            <a:r>
              <a:rPr lang="en-US" sz="1400" b="0" dirty="0">
                <a:solidFill>
                  <a:srgbClr val="000000"/>
                </a:solidFill>
                <a:effectLst/>
                <a:highlight>
                  <a:srgbClr val="FFFF00"/>
                </a:highlight>
                <a:latin typeface="Consolas" panose="020B0609020204030204" pitchFamily="49" charset="0"/>
              </a:rPr>
              <a:t>)</a:t>
            </a: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
        <p:nvSpPr>
          <p:cNvPr id="3" name="Slide Number Placeholder 2">
            <a:extLst>
              <a:ext uri="{FF2B5EF4-FFF2-40B4-BE49-F238E27FC236}">
                <a16:creationId xmlns:a16="http://schemas.microsoft.com/office/drawing/2014/main" id="{E161624F-6F64-7188-14CE-27F5868AF190}"/>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Rectangle: Rounded Corners 4">
            <a:extLst>
              <a:ext uri="{FF2B5EF4-FFF2-40B4-BE49-F238E27FC236}">
                <a16:creationId xmlns:a16="http://schemas.microsoft.com/office/drawing/2014/main" id="{71476609-2237-3E45-225B-93A1772E4FA5}"/>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ThreeClocksWithUseClock</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388686682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A somewhat larger 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31</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33</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Custom hook for managing the answer page's state, navigation, and real-time updates.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useAnswerPage = ()</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569CD6"/>
                </a:solidFill>
                <a:effectLst/>
                <a:latin typeface="Consolas" panose="020B0609020204030204" pitchFamily="49" charset="0"/>
                <a:cs typeface="Consolas" panose="020B0609020204030204" pitchFamily="49" charset="0"/>
              </a:rPr>
              <a:t>=&gt;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qid</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 useParams();</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navigate = useNavigate();</a:t>
            </a:r>
          </a:p>
          <a:p>
            <a:pPr>
              <a:lnSpc>
                <a:spcPts val="1350"/>
              </a:lnSpc>
              <a:buNone/>
            </a:pPr>
            <a:br>
              <a:rPr lang="en-US" sz="2000" b="0" dirty="0">
                <a:solidFill>
                  <a:srgbClr val="CCCCCC"/>
                </a:solidFill>
                <a:effectLst/>
                <a:latin typeface="Consolas" panose="020B0609020204030204" pitchFamily="49" charset="0"/>
                <a:cs typeface="Consolas" panose="020B0609020204030204" pitchFamily="49" charset="0"/>
              </a:rPr>
            </a:br>
            <a:endParaRPr lang="en-US" sz="20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user</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rgbClr val="4FC1FF"/>
                </a:solidFill>
                <a:effectLst/>
                <a:latin typeface="Consolas" panose="020B0609020204030204" pitchFamily="49" charset="0"/>
                <a:cs typeface="Consolas" panose="020B0609020204030204" pitchFamily="49" charset="0"/>
              </a:rPr>
              <a:t>socket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 useUserContext();</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4FC1FF"/>
                </a:solidFill>
                <a:effectLst/>
                <a:latin typeface="Consolas" panose="020B0609020204030204" pitchFamily="49" charset="0"/>
                <a:cs typeface="Consolas" panose="020B0609020204030204" pitchFamily="49" charset="0"/>
              </a:rPr>
              <a:t>questionID</a:t>
            </a:r>
            <a:r>
              <a:rPr lang="en-US" sz="2000" b="0" dirty="0">
                <a:solidFill>
                  <a:schemeClr val="tx1"/>
                </a:solidFill>
                <a:effectLst/>
                <a:latin typeface="Consolas" panose="020B0609020204030204" pitchFamily="49" charset="0"/>
                <a:cs typeface="Consolas" panose="020B0609020204030204" pitchFamily="49" charset="0"/>
              </a:rPr>
              <a:t>, setQuestionID] = useState&lt;</a:t>
            </a:r>
            <a:r>
              <a:rPr lang="en-US" sz="2000" b="0" dirty="0">
                <a:solidFill>
                  <a:srgbClr val="4EC9B0"/>
                </a:solidFill>
                <a:effectLst/>
                <a:latin typeface="Consolas" panose="020B0609020204030204" pitchFamily="49" charset="0"/>
                <a:cs typeface="Consolas" panose="020B0609020204030204" pitchFamily="49" charset="0"/>
              </a:rPr>
              <a:t>string</a:t>
            </a:r>
            <a:r>
              <a:rPr lang="en-US" sz="2000" b="0" dirty="0">
                <a:solidFill>
                  <a:schemeClr val="tx1"/>
                </a:solidFill>
                <a:effectLst/>
                <a:latin typeface="Consolas" panose="020B0609020204030204" pitchFamily="49" charset="0"/>
                <a:cs typeface="Consolas" panose="020B0609020204030204" pitchFamily="49" charset="0"/>
              </a:rPr>
              <a:t>&gt;(</a:t>
            </a:r>
            <a:r>
              <a:rPr lang="en-US" sz="2000" b="0" dirty="0">
                <a:solidFill>
                  <a:srgbClr val="4FC1FF"/>
                </a:solidFill>
                <a:effectLst/>
                <a:latin typeface="Consolas" panose="020B0609020204030204" pitchFamily="49" charset="0"/>
                <a:cs typeface="Consolas" panose="020B0609020204030204" pitchFamily="49" charset="0"/>
              </a:rPr>
              <a:t>qid</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2000" b="0" dirty="0">
                <a:solidFill>
                  <a:srgbClr val="569CD6"/>
                </a:solidFill>
                <a:effectLst/>
                <a:latin typeface="Consolas" panose="020B0609020204030204" pitchFamily="49" charset="0"/>
                <a:cs typeface="Consolas" panose="020B0609020204030204" pitchFamily="49" charset="0"/>
              </a:rPr>
              <a:t> const</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4FC1FF"/>
                </a:solidFill>
                <a:effectLst/>
                <a:latin typeface="Consolas" panose="020B0609020204030204" pitchFamily="49" charset="0"/>
                <a:cs typeface="Consolas" panose="020B0609020204030204" pitchFamily="49" charset="0"/>
              </a:rPr>
              <a:t>question</a:t>
            </a:r>
            <a:r>
              <a:rPr lang="en-US" sz="2000" b="0" dirty="0">
                <a:solidFill>
                  <a:schemeClr val="tx1"/>
                </a:solidFill>
                <a:effectLst/>
                <a:latin typeface="Consolas" panose="020B0609020204030204" pitchFamily="49" charset="0"/>
                <a:cs typeface="Consolas" panose="020B0609020204030204" pitchFamily="49" charset="0"/>
              </a:rPr>
              <a:t>, setQuestion] = useState&lt;</a:t>
            </a:r>
            <a:r>
              <a:rPr lang="en-US" sz="2000" b="0" dirty="0">
                <a:solidFill>
                  <a:srgbClr val="4EC9B0"/>
                </a:solidFill>
                <a:effectLst/>
                <a:latin typeface="Consolas" panose="020B0609020204030204" pitchFamily="49" charset="0"/>
                <a:cs typeface="Consolas" panose="020B0609020204030204" pitchFamily="49" charset="0"/>
              </a:rPr>
              <a:t>PopulatedDatabaseQuestion</a:t>
            </a:r>
            <a:r>
              <a:rPr lang="en-US" sz="2000" b="0" dirty="0">
                <a:solidFill>
                  <a:srgbClr val="CCCCCC"/>
                </a:solidFill>
                <a:effectLst/>
                <a:latin typeface="Consolas" panose="020B0609020204030204" pitchFamily="49" charset="0"/>
                <a:cs typeface="Consolas" panose="020B0609020204030204" pitchFamily="49" charset="0"/>
              </a:rPr>
              <a:t> </a:t>
            </a:r>
            <a:r>
              <a:rPr lang="en-US" sz="2000" b="0" dirty="0">
                <a:solidFill>
                  <a:schemeClr val="tx1"/>
                </a:solidFill>
                <a:effectLst/>
                <a:latin typeface="Consolas" panose="020B0609020204030204" pitchFamily="49" charset="0"/>
                <a:cs typeface="Consolas" panose="020B0609020204030204" pitchFamily="49" charset="0"/>
              </a:rPr>
              <a:t>| null&gt;(null);</a:t>
            </a:r>
            <a:br>
              <a:rPr lang="en-US" sz="2000" b="0" dirty="0">
                <a:solidFill>
                  <a:srgbClr val="CCCCCC"/>
                </a:solidFill>
                <a:effectLst/>
                <a:latin typeface="Consolas" panose="020B0609020204030204" pitchFamily="49" charset="0"/>
                <a:cs typeface="Consolas" panose="020B0609020204030204" pitchFamily="49" charset="0"/>
              </a:rPr>
            </a:br>
            <a:endParaRPr lang="en-US" sz="800" dirty="0"/>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5" name="Rectangle: Rounded Corners 4">
            <a:extLst>
              <a:ext uri="{FF2B5EF4-FFF2-40B4-BE49-F238E27FC236}">
                <a16:creationId xmlns:a16="http://schemas.microsoft.com/office/drawing/2014/main" id="{27AB3F9F-D790-3FB2-1170-86DB7FCAFA62}"/>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a:t>
            </a:r>
            <a:r>
              <a:rPr lang="en-US" sz="2400" dirty="0" err="1">
                <a:solidFill>
                  <a:schemeClr val="tx1"/>
                </a:solidFill>
              </a:rPr>
              <a:t>src</a:t>
            </a:r>
            <a:r>
              <a:rPr lang="en-US" sz="2400" dirty="0">
                <a:solidFill>
                  <a:schemeClr val="tx1"/>
                </a:solidFill>
              </a:rPr>
              <a:t>/hooks/</a:t>
            </a:r>
            <a:r>
              <a:rPr lang="en-US" sz="2400" dirty="0" err="1">
                <a:solidFill>
                  <a:schemeClr val="tx1"/>
                </a:solidFill>
              </a:rPr>
              <a:t>useAnswerPage.ts</a:t>
            </a:r>
            <a:r>
              <a:rPr lang="en-US" sz="2400" dirty="0">
                <a:solidFill>
                  <a:schemeClr val="tx1"/>
                </a:solidFill>
              </a:rPr>
              <a:t> in ip2 codebase</a:t>
            </a:r>
          </a:p>
        </p:txBody>
      </p:sp>
    </p:spTree>
    <p:extLst>
      <p:ext uri="{BB962C8B-B14F-4D97-AF65-F5344CB8AC3E}">
        <p14:creationId xmlns:p14="http://schemas.microsoft.com/office/powerpoint/2010/main" val="2501685178"/>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36</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37</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38</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39</a:t>
            </a:fld>
            <a:endParaRP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40</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41</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42</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1E44EF33-40EF-CD11-0E36-8A28D99F3B0E}"/>
              </a:ext>
            </a:extLst>
          </p:cNvPr>
          <p:cNvSpPr/>
          <p:nvPr/>
        </p:nvSpPr>
        <p:spPr>
          <a:xfrm>
            <a:off x="6302829" y="335215"/>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client/tests/end-to-end/login.e2e.spec.ts</a:t>
            </a:r>
          </a:p>
        </p:txBody>
      </p:sp>
      <p:sp>
        <p:nvSpPr>
          <p:cNvPr id="2" name="TextBox 1">
            <a:extLst>
              <a:ext uri="{FF2B5EF4-FFF2-40B4-BE49-F238E27FC236}">
                <a16:creationId xmlns:a16="http://schemas.microsoft.com/office/drawing/2014/main" id="{D9AE3514-1C8A-A1E1-A312-57C9EAF0B9E8}"/>
              </a:ext>
            </a:extLst>
          </p:cNvPr>
          <p:cNvSpPr txBox="1"/>
          <p:nvPr/>
        </p:nvSpPr>
        <p:spPr>
          <a:xfrm>
            <a:off x="5342021" y="6167088"/>
            <a:ext cx="5556326"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playwright test</a:t>
            </a:r>
          </a:p>
        </p:txBody>
      </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A2C8D87-542D-8E57-1741-3609007A08D2}"/>
              </a:ext>
            </a:extLst>
          </p:cNvPr>
          <p:cNvGraphicFramePr>
            <a:graphicFrameLocks noGrp="1"/>
          </p:cNvGraphicFramePr>
          <p:nvPr>
            <p:extLst>
              <p:ext uri="{D42A27DB-BD31-4B8C-83A1-F6EECF244321}">
                <p14:modId xmlns:p14="http://schemas.microsoft.com/office/powerpoint/2010/main" val="2498032163"/>
              </p:ext>
            </p:extLst>
          </p:nvPr>
        </p:nvGraphicFramePr>
        <p:xfrm>
          <a:off x="859971" y="1603065"/>
          <a:ext cx="8363641" cy="4396110"/>
        </p:xfrm>
        <a:graphic>
          <a:graphicData uri="http://schemas.openxmlformats.org/drawingml/2006/table">
            <a:tbl>
              <a:tblPr firstRow="1" bandRow="1">
                <a:tableStyleId>{5940675A-B579-460E-94D1-54222C63F5DA}</a:tableStyleId>
              </a:tblPr>
              <a:tblGrid>
                <a:gridCol w="3026229">
                  <a:extLst>
                    <a:ext uri="{9D8B030D-6E8A-4147-A177-3AD203B41FA5}">
                      <a16:colId xmlns:a16="http://schemas.microsoft.com/office/drawing/2014/main" val="753566598"/>
                    </a:ext>
                  </a:extLst>
                </a:gridCol>
                <a:gridCol w="5337412">
                  <a:extLst>
                    <a:ext uri="{9D8B030D-6E8A-4147-A177-3AD203B41FA5}">
                      <a16:colId xmlns:a16="http://schemas.microsoft.com/office/drawing/2014/main" val="2810399039"/>
                    </a:ext>
                  </a:extLst>
                </a:gridCol>
              </a:tblGrid>
              <a:tr h="835450">
                <a:tc>
                  <a:txBody>
                    <a:bodyPr/>
                    <a:lstStyle/>
                    <a:p>
                      <a:pPr algn="l"/>
                      <a:r>
                        <a:rPr lang="en-US" sz="2800" dirty="0">
                          <a:latin typeface="Consolas" panose="020B0609020204030204" pitchFamily="49" charset="0"/>
                        </a:rPr>
                        <a:t>.visit()</a:t>
                      </a:r>
                    </a:p>
                  </a:txBody>
                  <a:tcPr anchor="ctr"/>
                </a:tc>
                <a:tc>
                  <a:txBody>
                    <a:bodyPr/>
                    <a:lstStyle/>
                    <a:p>
                      <a:pPr algn="l"/>
                      <a:r>
                        <a:rPr lang="en-US" sz="2800" dirty="0">
                          <a:latin typeface="+mn-lt"/>
                        </a:rPr>
                        <a:t>Visit a remote URL. Many tests begin with this command.</a:t>
                      </a:r>
                    </a:p>
                  </a:txBody>
                  <a:tcPr anchor="ctr"/>
                </a:tc>
                <a:extLst>
                  <a:ext uri="{0D108BD9-81ED-4DB2-BD59-A6C34878D82A}">
                    <a16:rowId xmlns:a16="http://schemas.microsoft.com/office/drawing/2014/main" val="3551947148"/>
                  </a:ext>
                </a:extLst>
              </a:tr>
              <a:tr h="835450">
                <a:tc>
                  <a:txBody>
                    <a:bodyPr/>
                    <a:lstStyle/>
                    <a:p>
                      <a:pPr algn="l"/>
                      <a:r>
                        <a:rPr lang="en-US" sz="2800" dirty="0">
                          <a:latin typeface="Consolas" panose="020B0609020204030204" pitchFamily="49" charset="0"/>
                        </a:rPr>
                        <a:t>.contains()</a:t>
                      </a:r>
                    </a:p>
                  </a:txBody>
                  <a:tcPr anchor="ctr"/>
                </a:tc>
                <a:tc>
                  <a:txBody>
                    <a:bodyPr/>
                    <a:lstStyle/>
                    <a:p>
                      <a:pPr algn="l"/>
                      <a:r>
                        <a:rPr lang="en-US" sz="2800" dirty="0">
                          <a:latin typeface="+mn-lt"/>
                        </a:rPr>
                        <a:t>Select a DOM element by text content.</a:t>
                      </a:r>
                    </a:p>
                  </a:txBody>
                  <a:tcPr anchor="ctr"/>
                </a:tc>
                <a:extLst>
                  <a:ext uri="{0D108BD9-81ED-4DB2-BD59-A6C34878D82A}">
                    <a16:rowId xmlns:a16="http://schemas.microsoft.com/office/drawing/2014/main" val="629116516"/>
                  </a:ext>
                </a:extLst>
              </a:tr>
              <a:tr h="835450">
                <a:tc>
                  <a:txBody>
                    <a:bodyPr/>
                    <a:lstStyle/>
                    <a:p>
                      <a:pPr algn="l"/>
                      <a:r>
                        <a:rPr lang="en-US" sz="2800" dirty="0">
                          <a:latin typeface="Consolas" panose="020B0609020204030204" pitchFamily="49" charset="0"/>
                        </a:rPr>
                        <a:t>.get()</a:t>
                      </a:r>
                    </a:p>
                  </a:txBody>
                  <a:tcPr anchor="ctr"/>
                </a:tc>
                <a:tc>
                  <a:txBody>
                    <a:bodyPr/>
                    <a:lstStyle/>
                    <a:p>
                      <a:pPr algn="l"/>
                      <a:r>
                        <a:rPr lang="en-US" sz="2800" dirty="0">
                          <a:latin typeface="+mn-lt"/>
                        </a:rPr>
                        <a:t>Find DOM elements by selector</a:t>
                      </a:r>
                    </a:p>
                  </a:txBody>
                  <a:tcPr anchor="ctr"/>
                </a:tc>
                <a:extLst>
                  <a:ext uri="{0D108BD9-81ED-4DB2-BD59-A6C34878D82A}">
                    <a16:rowId xmlns:a16="http://schemas.microsoft.com/office/drawing/2014/main" val="2185582708"/>
                  </a:ext>
                </a:extLst>
              </a:tr>
              <a:tr h="835450">
                <a:tc>
                  <a:txBody>
                    <a:bodyPr/>
                    <a:lstStyle/>
                    <a:p>
                      <a:pPr algn="l"/>
                      <a:r>
                        <a:rPr lang="en-US" sz="2800" dirty="0">
                          <a:latin typeface="Consolas" panose="020B0609020204030204" pitchFamily="49" charset="0"/>
                        </a:rPr>
                        <a:t>.click()</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Click a DOM element.</a:t>
                      </a:r>
                      <a:endParaRPr lang="en-US" sz="2800" dirty="0">
                        <a:latin typeface="+mn-lt"/>
                      </a:endParaRPr>
                    </a:p>
                  </a:txBody>
                  <a:tcPr anchor="ctr"/>
                </a:tc>
                <a:extLst>
                  <a:ext uri="{0D108BD9-81ED-4DB2-BD59-A6C34878D82A}">
                    <a16:rowId xmlns:a16="http://schemas.microsoft.com/office/drawing/2014/main" val="4259106528"/>
                  </a:ext>
                </a:extLst>
              </a:tr>
              <a:tr h="835450">
                <a:tc>
                  <a:txBody>
                    <a:bodyPr/>
                    <a:lstStyle/>
                    <a:p>
                      <a:pPr algn="l"/>
                      <a:r>
                        <a:rPr lang="en-US" sz="2800" dirty="0">
                          <a:latin typeface="Consolas" panose="020B0609020204030204" pitchFamily="49" charset="0"/>
                        </a:rPr>
                        <a:t>.type()</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Type into a DOM element.</a:t>
                      </a:r>
                      <a:endParaRPr lang="en-US" sz="2800" dirty="0">
                        <a:latin typeface="+mn-lt"/>
                      </a:endParaRPr>
                    </a:p>
                  </a:txBody>
                  <a:tcPr anchor="ctr"/>
                </a:tc>
                <a:extLst>
                  <a:ext uri="{0D108BD9-81ED-4DB2-BD59-A6C34878D82A}">
                    <a16:rowId xmlns:a16="http://schemas.microsoft.com/office/drawing/2014/main" val="1878514729"/>
                  </a:ext>
                </a:extLst>
              </a:tr>
            </a:tbl>
          </a:graphicData>
        </a:graphic>
      </p:graphicFrame>
      <p:sp>
        <p:nvSpPr>
          <p:cNvPr id="2" name="Title 1">
            <a:extLst>
              <a:ext uri="{FF2B5EF4-FFF2-40B4-BE49-F238E27FC236}">
                <a16:creationId xmlns:a16="http://schemas.microsoft.com/office/drawing/2014/main" id="{14382358-6725-904C-D7B5-8458F41CBA27}"/>
              </a:ext>
            </a:extLst>
          </p:cNvPr>
          <p:cNvSpPr>
            <a:spLocks noGrp="1"/>
          </p:cNvSpPr>
          <p:nvPr>
            <p:ph type="title"/>
          </p:nvPr>
        </p:nvSpPr>
        <p:spPr/>
        <p:txBody>
          <a:bodyPr/>
          <a:lstStyle/>
          <a:p>
            <a:r>
              <a:rPr lang="en-US" dirty="0"/>
              <a:t>Cypress commands work on a "virtual DOM"</a:t>
            </a:r>
          </a:p>
        </p:txBody>
      </p:sp>
      <p:sp>
        <p:nvSpPr>
          <p:cNvPr id="6" name="Text Placeholder 5">
            <a:extLst>
              <a:ext uri="{FF2B5EF4-FFF2-40B4-BE49-F238E27FC236}">
                <a16:creationId xmlns:a16="http://schemas.microsoft.com/office/drawing/2014/main" id="{FDFD56F0-BAE3-D690-D5F8-5758DA9411ED}"/>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2B45F899-B7ED-CA49-99E5-D844AD6E6E36}"/>
              </a:ext>
            </a:extLst>
          </p:cNvPr>
          <p:cNvSpPr>
            <a:spLocks noGrp="1"/>
          </p:cNvSpPr>
          <p:nvPr>
            <p:ph type="sldNum" sz="quarter" idx="2"/>
          </p:nvPr>
        </p:nvSpPr>
        <p:spPr/>
        <p:txBody>
          <a:bodyPr/>
          <a:lstStyle/>
          <a:p>
            <a:fld id="{86CB4B4D-7CA3-9044-876B-883B54F8677D}" type="slidenum">
              <a:rPr lang="en-US" smtClean="0"/>
              <a:t>43</a:t>
            </a:fld>
            <a:endParaRPr lang="en-US"/>
          </a:p>
        </p:txBody>
      </p:sp>
      <p:sp>
        <p:nvSpPr>
          <p:cNvPr id="7" name="TextBox 6">
            <a:extLst>
              <a:ext uri="{FF2B5EF4-FFF2-40B4-BE49-F238E27FC236}">
                <a16:creationId xmlns:a16="http://schemas.microsoft.com/office/drawing/2014/main" id="{FD7BF55A-CFA1-0121-A9F4-81D9B04611C4}"/>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https://docs.cypress.io/api/table-of-contents#Cypress-API</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434578814"/>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AEC50C2-F019-2719-9504-174095EE3318}"/>
              </a:ext>
            </a:extLst>
          </p:cNvPr>
          <p:cNvSpPr>
            <a:spLocks noGrp="1"/>
          </p:cNvSpPr>
          <p:nvPr>
            <p:ph type="title"/>
          </p:nvPr>
        </p:nvSpPr>
        <p:spPr/>
        <p:txBody>
          <a:bodyPr/>
          <a:lstStyle/>
          <a:p>
            <a:r>
              <a:rPr lang="en-US" dirty="0"/>
              <a:t>A typical cypress test</a:t>
            </a:r>
          </a:p>
        </p:txBody>
      </p:sp>
      <p:sp>
        <p:nvSpPr>
          <p:cNvPr id="4" name="Slide Number Placeholder 3">
            <a:extLst>
              <a:ext uri="{FF2B5EF4-FFF2-40B4-BE49-F238E27FC236}">
                <a16:creationId xmlns:a16="http://schemas.microsoft.com/office/drawing/2014/main" id="{801B11DB-AD1C-D8C8-EFB0-78970496B943}"/>
              </a:ext>
            </a:extLst>
          </p:cNvPr>
          <p:cNvSpPr>
            <a:spLocks noGrp="1"/>
          </p:cNvSpPr>
          <p:nvPr>
            <p:ph type="sldNum" sz="quarter" idx="2"/>
          </p:nvPr>
        </p:nvSpPr>
        <p:spPr/>
        <p:txBody>
          <a:bodyPr/>
          <a:lstStyle/>
          <a:p>
            <a:fld id="{86CB4B4D-7CA3-9044-876B-883B54F8677D}" type="slidenum">
              <a:rPr lang="en-US" smtClean="0"/>
              <a:t>44</a:t>
            </a:fld>
            <a:endParaRPr lang="en-US"/>
          </a:p>
        </p:txBody>
      </p:sp>
      <p:sp>
        <p:nvSpPr>
          <p:cNvPr id="7" name="TextBox 6">
            <a:extLst>
              <a:ext uri="{FF2B5EF4-FFF2-40B4-BE49-F238E27FC236}">
                <a16:creationId xmlns:a16="http://schemas.microsoft.com/office/drawing/2014/main" id="{8A7CBD44-2419-AD06-BCE7-5C65643C7BDB}"/>
              </a:ext>
            </a:extLst>
          </p:cNvPr>
          <p:cNvSpPr txBox="1"/>
          <p:nvPr/>
        </p:nvSpPr>
        <p:spPr>
          <a:xfrm>
            <a:off x="838200" y="1487666"/>
            <a:ext cx="10515600"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it(</a:t>
            </a:r>
            <a:r>
              <a:rPr lang="en-US" b="0" dirty="0">
                <a:solidFill>
                  <a:srgbClr val="A31515"/>
                </a:solidFill>
                <a:effectLst/>
                <a:latin typeface="Consolas" panose="020B0609020204030204" pitchFamily="49" charset="0"/>
              </a:rPr>
              <a:t>"5.1 | Created new answer should be displayed at the top of the answers page"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answers = [</a:t>
            </a:r>
          </a:p>
          <a:p>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"Test Answer 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A1_TXT,</a:t>
            </a:r>
          </a:p>
          <a:p>
            <a:r>
              <a:rPr lang="en-US" b="0" dirty="0">
                <a:solidFill>
                  <a:srgbClr val="000000"/>
                </a:solidFill>
                <a:effectLst/>
                <a:latin typeface="Consolas" panose="020B0609020204030204" pitchFamily="49" charset="0"/>
              </a:rPr>
              <a:t>      A2_TXT,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cy.visit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"http://localhost:3000"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(Q1_DESC).click();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"Answer Question"</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answerUsernameInput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).type(answers[</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"Post Answer"</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).each(($</a:t>
            </a:r>
            <a:r>
              <a:rPr lang="en-US" b="0" dirty="0" err="1">
                <a:solidFill>
                  <a:srgbClr val="000000"/>
                </a:solidFill>
                <a:effectLst/>
                <a:latin typeface="Consolas" panose="020B0609020204030204" pitchFamily="49" charset="0"/>
              </a:rPr>
              <a:t>el</a:t>
            </a:r>
            <a:r>
              <a:rPr lang="en-US" b="0" dirty="0">
                <a:solidFill>
                  <a:srgbClr val="000000"/>
                </a:solidFill>
                <a:effectLst/>
                <a:latin typeface="Consolas" panose="020B0609020204030204" pitchFamily="49" charset="0"/>
              </a:rPr>
              <a:t>, index)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(answers[index]);</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"0 seconds ago"</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p:txBody>
      </p:sp>
      <p:grpSp>
        <p:nvGrpSpPr>
          <p:cNvPr id="8" name="Group 7">
            <a:extLst>
              <a:ext uri="{FF2B5EF4-FFF2-40B4-BE49-F238E27FC236}">
                <a16:creationId xmlns:a16="http://schemas.microsoft.com/office/drawing/2014/main" id="{61D80F06-A582-655B-22E0-72CA9162CC78}"/>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76D98FCF-2FAB-0C4B-7F97-366B090DB02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10" name="Straight Arrow Connector 9">
              <a:extLst>
                <a:ext uri="{FF2B5EF4-FFF2-40B4-BE49-F238E27FC236}">
                  <a16:creationId xmlns:a16="http://schemas.microsoft.com/office/drawing/2014/main" id="{63FBB70A-62F2-8A75-42C9-F6F3CBB0804A}"/>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46F114-3C66-0BC2-1A78-C3B440F8EE9E}"/>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938FE8E1-1AB7-6D63-0AB0-E9047D01024C}"/>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3" name="Straight Arrow Connector 12">
              <a:extLst>
                <a:ext uri="{FF2B5EF4-FFF2-40B4-BE49-F238E27FC236}">
                  <a16:creationId xmlns:a16="http://schemas.microsoft.com/office/drawing/2014/main" id="{B2D1B8A2-CA8B-5EE9-A8BD-C2D0FF573708}"/>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3CFFFF60-26FB-DF6E-7F25-26933940FFF9}"/>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1472FDE2-C182-834C-5578-CF7305B7EC85}"/>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EB5ED9D2-7679-AD17-26AB-134DAF34D0E8}"/>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02E9B292-A2AE-A15A-C4DD-D810DDF77427}"/>
              </a:ext>
            </a:extLst>
          </p:cNvPr>
          <p:cNvSpPr/>
          <p:nvPr/>
        </p:nvSpPr>
        <p:spPr>
          <a:xfrm>
            <a:off x="6165090" y="200162"/>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testing/cypress/e2e/</a:t>
            </a:r>
            <a:r>
              <a:rPr lang="en-US" sz="2400" dirty="0" err="1">
                <a:solidFill>
                  <a:schemeClr val="tx1"/>
                </a:solidFill>
              </a:rPr>
              <a:t>addAnswer.cy.ts</a:t>
            </a:r>
            <a:r>
              <a:rPr lang="en-US" sz="2400" dirty="0">
                <a:solidFill>
                  <a:schemeClr val="tx1"/>
                </a:solidFill>
              </a:rPr>
              <a:t> </a:t>
            </a:r>
          </a:p>
          <a:p>
            <a:pPr algn="ctr"/>
            <a:r>
              <a:rPr lang="en-US" sz="2400" dirty="0">
                <a:solidFill>
                  <a:schemeClr val="tx1"/>
                </a:solidFill>
              </a:rPr>
              <a:t>(from IP2 starter)</a:t>
            </a:r>
          </a:p>
        </p:txBody>
      </p:sp>
      <p:sp>
        <p:nvSpPr>
          <p:cNvPr id="2" name="TextBox 1">
            <a:extLst>
              <a:ext uri="{FF2B5EF4-FFF2-40B4-BE49-F238E27FC236}">
                <a16:creationId xmlns:a16="http://schemas.microsoft.com/office/drawing/2014/main" id="{9254B8D1-A2B4-57BC-E769-1367783A36DF}"/>
              </a:ext>
            </a:extLst>
          </p:cNvPr>
          <p:cNvSpPr txBox="1"/>
          <p:nvPr/>
        </p:nvSpPr>
        <p:spPr>
          <a:xfrm>
            <a:off x="6302829" y="6167088"/>
            <a:ext cx="4595518"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cypress run</a:t>
            </a:r>
          </a:p>
        </p:txBody>
      </p:sp>
    </p:spTree>
    <p:extLst>
      <p:ext uri="{BB962C8B-B14F-4D97-AF65-F5344CB8AC3E}">
        <p14:creationId xmlns:p14="http://schemas.microsoft.com/office/powerpoint/2010/main" val="19922671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45</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24331</TotalTime>
  <Words>6327</Words>
  <Application>Microsoft Office PowerPoint</Application>
  <PresentationFormat>Widescreen</PresentationFormat>
  <Paragraphs>746</Paragraphs>
  <Slides>45</Slides>
  <Notes>33</Notes>
  <HiddenSlides>9</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45</vt:i4>
      </vt:variant>
    </vt:vector>
  </HeadingPairs>
  <TitlesOfParts>
    <vt:vector size="52"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A real example: a display that connects to a self-ticking clock</vt:lpstr>
      <vt:lpstr>Our app will have three displays of the clock</vt:lpstr>
      <vt:lpstr>The clock itself is simple</vt:lpstr>
      <vt:lpstr>And we’ll make the clock a singleton in the usual way</vt:lpstr>
      <vt:lpstr>Now let's look at &lt;ClockDisplay&gt;</vt:lpstr>
      <vt:lpstr>Clock Display: display logic</vt:lpstr>
      <vt:lpstr>running SimpleClockDisplayApp</vt:lpstr>
      <vt:lpstr>Array of Clocks Demo</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useEffect and and fetch working together</vt:lpstr>
      <vt:lpstr>Lesson 6.2 Custom Hooks</vt:lpstr>
      <vt:lpstr>Custom Hooks</vt:lpstr>
      <vt:lpstr>Example: useClock</vt:lpstr>
      <vt:lpstr>Using useClock</vt:lpstr>
      <vt:lpstr>A somewhat larger 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Interacting With a REST-based Server</vt:lpstr>
      <vt:lpstr>Interacting With a REST-based Server</vt:lpstr>
      <vt:lpstr>Interacting With a REST-based Server</vt:lpstr>
      <vt:lpstr>Interacting With a REST-based Server</vt:lpstr>
      <vt:lpstr>Lesson 6.3 Testing your REACT components</vt:lpstr>
      <vt:lpstr>Testing React components</vt:lpstr>
      <vt:lpstr>Recall: Most tests are in AAA form: Assemble/Act/Assess</vt:lpstr>
      <vt:lpstr>Playwright commands work on a ”page object”</vt:lpstr>
      <vt:lpstr>A typical playwright test</vt:lpstr>
      <vt:lpstr>Cypress commands work on a "virtual DOM"</vt:lpstr>
      <vt:lpstr>A typical cypress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Mitchell Wand</cp:lastModifiedBy>
  <cp:revision>100</cp:revision>
  <dcterms:modified xsi:type="dcterms:W3CDTF">2026-01-21T17:05:00Z</dcterms:modified>
</cp:coreProperties>
</file>